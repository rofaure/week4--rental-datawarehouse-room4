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256" r:id="rId5"/>
    <p:sldId id="320" r:id="rId6"/>
    <p:sldId id="319" r:id="rId7"/>
    <p:sldId id="322" r:id="rId8"/>
    <p:sldId id="314" r:id="rId9"/>
    <p:sldId id="321" r:id="rId10"/>
    <p:sldId id="325" r:id="rId11"/>
    <p:sldId id="326" r:id="rId12"/>
    <p:sldId id="317" r:id="rId13"/>
    <p:sldId id="310" r:id="rId14"/>
    <p:sldId id="31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7CA107F-C78D-49F7-9C4F-3572DA8A616A}">
          <p14:sldIdLst>
            <p14:sldId id="256"/>
            <p14:sldId id="320"/>
            <p14:sldId id="319"/>
            <p14:sldId id="322"/>
            <p14:sldId id="314"/>
            <p14:sldId id="321"/>
            <p14:sldId id="325"/>
            <p14:sldId id="326"/>
            <p14:sldId id="317"/>
            <p14:sldId id="310"/>
            <p14:sldId id="311"/>
          </p14:sldIdLst>
        </p14:section>
      </p14:sectionLst>
    </p:ext>
    <p:ext uri="{EFAFB233-063F-42B5-8137-9DF3F51BA10A}">
      <p15:sldGuideLst xmlns:p15="http://schemas.microsoft.com/office/powerpoint/2012/main">
        <p15:guide id="5" orient="horz" pos="1896" userDrawn="1">
          <p15:clr>
            <a:srgbClr val="A4A3A4"/>
          </p15:clr>
        </p15:guide>
        <p15:guide id="6" orient="horz" pos="3504" userDrawn="1">
          <p15:clr>
            <a:srgbClr val="A4A3A4"/>
          </p15:clr>
        </p15:guide>
        <p15:guide id="7"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88A6"/>
    <a:srgbClr val="CC6600"/>
    <a:srgbClr val="383735"/>
    <a:srgbClr val="0909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5BFAA6-27D2-4B41-BAB5-5FF401B9922E}" v="1236" dt="2026-06-03T13:58:55.115"/>
    <p1510:client id="{508D23E2-3DE3-47F2-8653-B639704CB414}" v="130" dt="2026-06-03T13:49:50.6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896"/>
        <p:guide orient="horz" pos="3504"/>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us Jakonen" userId="ba17b69c-cf12-4565-9475-7cc315fc53de" providerId="ADAL" clId="{C9524D7E-1809-485C-8C9A-B106D65A8A74}"/>
    <pc:docChg chg="undo custSel addSld delSld modSld sldOrd modSection">
      <pc:chgData name="Markus Jakonen" userId="ba17b69c-cf12-4565-9475-7cc315fc53de" providerId="ADAL" clId="{C9524D7E-1809-485C-8C9A-B106D65A8A74}" dt="2026-06-03T13:58:55.114" v="1898" actId="20577"/>
      <pc:docMkLst>
        <pc:docMk/>
      </pc:docMkLst>
      <pc:sldChg chg="modSp mod">
        <pc:chgData name="Markus Jakonen" userId="ba17b69c-cf12-4565-9475-7cc315fc53de" providerId="ADAL" clId="{C9524D7E-1809-485C-8C9A-B106D65A8A74}" dt="2026-06-03T13:04:49.706" v="1756" actId="2711"/>
        <pc:sldMkLst>
          <pc:docMk/>
          <pc:sldMk cId="1642425379" sldId="256"/>
        </pc:sldMkLst>
        <pc:spChg chg="mod">
          <ac:chgData name="Markus Jakonen" userId="ba17b69c-cf12-4565-9475-7cc315fc53de" providerId="ADAL" clId="{C9524D7E-1809-485C-8C9A-B106D65A8A74}" dt="2026-06-03T13:04:49.706" v="1756" actId="2711"/>
          <ac:spMkLst>
            <pc:docMk/>
            <pc:sldMk cId="1642425379" sldId="256"/>
            <ac:spMk id="5" creationId="{3B95A575-4944-44FE-8343-886F3F62894C}"/>
          </ac:spMkLst>
        </pc:spChg>
        <pc:spChg chg="mod">
          <ac:chgData name="Markus Jakonen" userId="ba17b69c-cf12-4565-9475-7cc315fc53de" providerId="ADAL" clId="{C9524D7E-1809-485C-8C9A-B106D65A8A74}" dt="2026-06-03T09:12:24.360" v="24" actId="20577"/>
          <ac:spMkLst>
            <pc:docMk/>
            <pc:sldMk cId="1642425379" sldId="256"/>
            <ac:spMk id="7" creationId="{9C522CE7-8601-4799-A188-72F4C128D33A}"/>
          </ac:spMkLst>
        </pc:spChg>
      </pc:sldChg>
      <pc:sldChg chg="mod modShow">
        <pc:chgData name="Markus Jakonen" userId="ba17b69c-cf12-4565-9475-7cc315fc53de" providerId="ADAL" clId="{C9524D7E-1809-485C-8C9A-B106D65A8A74}" dt="2026-06-03T09:13:05.401" v="28" actId="729"/>
        <pc:sldMkLst>
          <pc:docMk/>
          <pc:sldMk cId="1472106130" sldId="270"/>
        </pc:sldMkLst>
      </pc:sldChg>
      <pc:sldChg chg="mod modShow">
        <pc:chgData name="Markus Jakonen" userId="ba17b69c-cf12-4565-9475-7cc315fc53de" providerId="ADAL" clId="{C9524D7E-1809-485C-8C9A-B106D65A8A74}" dt="2026-06-03T09:13:05.401" v="28" actId="729"/>
        <pc:sldMkLst>
          <pc:docMk/>
          <pc:sldMk cId="3477453048" sldId="282"/>
        </pc:sldMkLst>
      </pc:sldChg>
      <pc:sldChg chg="mod modShow">
        <pc:chgData name="Markus Jakonen" userId="ba17b69c-cf12-4565-9475-7cc315fc53de" providerId="ADAL" clId="{C9524D7E-1809-485C-8C9A-B106D65A8A74}" dt="2026-06-03T09:13:05.401" v="28" actId="729"/>
        <pc:sldMkLst>
          <pc:docMk/>
          <pc:sldMk cId="698293998" sldId="285"/>
        </pc:sldMkLst>
      </pc:sldChg>
      <pc:sldChg chg="mod modShow">
        <pc:chgData name="Markus Jakonen" userId="ba17b69c-cf12-4565-9475-7cc315fc53de" providerId="ADAL" clId="{C9524D7E-1809-485C-8C9A-B106D65A8A74}" dt="2026-06-03T09:13:05.401" v="28" actId="729"/>
        <pc:sldMkLst>
          <pc:docMk/>
          <pc:sldMk cId="2949032399" sldId="286"/>
        </pc:sldMkLst>
      </pc:sldChg>
      <pc:sldChg chg="mod modShow">
        <pc:chgData name="Markus Jakonen" userId="ba17b69c-cf12-4565-9475-7cc315fc53de" providerId="ADAL" clId="{C9524D7E-1809-485C-8C9A-B106D65A8A74}" dt="2026-06-03T09:13:05.401" v="28" actId="729"/>
        <pc:sldMkLst>
          <pc:docMk/>
          <pc:sldMk cId="3435056668" sldId="287"/>
        </pc:sldMkLst>
      </pc:sldChg>
      <pc:sldChg chg="mod modShow">
        <pc:chgData name="Markus Jakonen" userId="ba17b69c-cf12-4565-9475-7cc315fc53de" providerId="ADAL" clId="{C9524D7E-1809-485C-8C9A-B106D65A8A74}" dt="2026-06-03T09:13:05.401" v="28" actId="729"/>
        <pc:sldMkLst>
          <pc:docMk/>
          <pc:sldMk cId="2244761531" sldId="288"/>
        </pc:sldMkLst>
      </pc:sldChg>
      <pc:sldChg chg="mod modShow">
        <pc:chgData name="Markus Jakonen" userId="ba17b69c-cf12-4565-9475-7cc315fc53de" providerId="ADAL" clId="{C9524D7E-1809-485C-8C9A-B106D65A8A74}" dt="2026-06-03T09:13:05.401" v="28" actId="729"/>
        <pc:sldMkLst>
          <pc:docMk/>
          <pc:sldMk cId="829362705" sldId="289"/>
        </pc:sldMkLst>
      </pc:sldChg>
      <pc:sldChg chg="mod modShow">
        <pc:chgData name="Markus Jakonen" userId="ba17b69c-cf12-4565-9475-7cc315fc53de" providerId="ADAL" clId="{C9524D7E-1809-485C-8C9A-B106D65A8A74}" dt="2026-06-03T09:13:05.401" v="28" actId="729"/>
        <pc:sldMkLst>
          <pc:docMk/>
          <pc:sldMk cId="3048236649" sldId="290"/>
        </pc:sldMkLst>
      </pc:sldChg>
      <pc:sldChg chg="mod modShow">
        <pc:chgData name="Markus Jakonen" userId="ba17b69c-cf12-4565-9475-7cc315fc53de" providerId="ADAL" clId="{C9524D7E-1809-485C-8C9A-B106D65A8A74}" dt="2026-06-03T09:13:05.401" v="28" actId="729"/>
        <pc:sldMkLst>
          <pc:docMk/>
          <pc:sldMk cId="2821816735" sldId="298"/>
        </pc:sldMkLst>
      </pc:sldChg>
      <pc:sldChg chg="mod modShow">
        <pc:chgData name="Markus Jakonen" userId="ba17b69c-cf12-4565-9475-7cc315fc53de" providerId="ADAL" clId="{C9524D7E-1809-485C-8C9A-B106D65A8A74}" dt="2026-06-03T09:13:05.401" v="28" actId="729"/>
        <pc:sldMkLst>
          <pc:docMk/>
          <pc:sldMk cId="3858485767" sldId="300"/>
        </pc:sldMkLst>
      </pc:sldChg>
      <pc:sldChg chg="mod modShow">
        <pc:chgData name="Markus Jakonen" userId="ba17b69c-cf12-4565-9475-7cc315fc53de" providerId="ADAL" clId="{C9524D7E-1809-485C-8C9A-B106D65A8A74}" dt="2026-06-03T09:13:05.401" v="28" actId="729"/>
        <pc:sldMkLst>
          <pc:docMk/>
          <pc:sldMk cId="831733384" sldId="301"/>
        </pc:sldMkLst>
      </pc:sldChg>
      <pc:sldChg chg="modSp mod ord modShow">
        <pc:chgData name="Markus Jakonen" userId="ba17b69c-cf12-4565-9475-7cc315fc53de" providerId="ADAL" clId="{C9524D7E-1809-485C-8C9A-B106D65A8A74}" dt="2026-06-03T09:19:26.344" v="47" actId="729"/>
        <pc:sldMkLst>
          <pc:docMk/>
          <pc:sldMk cId="323836270" sldId="302"/>
        </pc:sldMkLst>
        <pc:spChg chg="mod">
          <ac:chgData name="Markus Jakonen" userId="ba17b69c-cf12-4565-9475-7cc315fc53de" providerId="ADAL" clId="{C9524D7E-1809-485C-8C9A-B106D65A8A74}" dt="2026-06-03T09:12:50.821" v="25" actId="6549"/>
          <ac:spMkLst>
            <pc:docMk/>
            <pc:sldMk cId="323836270" sldId="302"/>
            <ac:spMk id="152" creationId="{3C4F874E-995C-4034-ACF3-1F09DDFD1EF2}"/>
          </ac:spMkLst>
        </pc:spChg>
      </pc:sldChg>
      <pc:sldChg chg="mod modShow">
        <pc:chgData name="Markus Jakonen" userId="ba17b69c-cf12-4565-9475-7cc315fc53de" providerId="ADAL" clId="{C9524D7E-1809-485C-8C9A-B106D65A8A74}" dt="2026-06-03T09:13:05.401" v="28" actId="729"/>
        <pc:sldMkLst>
          <pc:docMk/>
          <pc:sldMk cId="1196191522" sldId="303"/>
        </pc:sldMkLst>
      </pc:sldChg>
      <pc:sldChg chg="addSp delSp modSp mod ord modShow">
        <pc:chgData name="Markus Jakonen" userId="ba17b69c-cf12-4565-9475-7cc315fc53de" providerId="ADAL" clId="{C9524D7E-1809-485C-8C9A-B106D65A8A74}" dt="2026-06-03T11:31:48.817" v="877" actId="21"/>
        <pc:sldMkLst>
          <pc:docMk/>
          <pc:sldMk cId="3507718482" sldId="304"/>
        </pc:sldMkLst>
        <pc:spChg chg="mod">
          <ac:chgData name="Markus Jakonen" userId="ba17b69c-cf12-4565-9475-7cc315fc53de" providerId="ADAL" clId="{C9524D7E-1809-485C-8C9A-B106D65A8A74}" dt="2026-06-03T10:52:11.821" v="275"/>
          <ac:spMkLst>
            <pc:docMk/>
            <pc:sldMk cId="3507718482" sldId="304"/>
            <ac:spMk id="2" creationId="{7291CFAB-A735-4A31-A51D-42FE1F5E94E0}"/>
          </ac:spMkLst>
        </pc:spChg>
        <pc:spChg chg="add del mod">
          <ac:chgData name="Markus Jakonen" userId="ba17b69c-cf12-4565-9475-7cc315fc53de" providerId="ADAL" clId="{C9524D7E-1809-485C-8C9A-B106D65A8A74}" dt="2026-06-03T11:31:48.817" v="877" actId="21"/>
          <ac:spMkLst>
            <pc:docMk/>
            <pc:sldMk cId="3507718482" sldId="304"/>
            <ac:spMk id="3" creationId="{B0D32251-3627-AC37-57EC-506759F8929D}"/>
          </ac:spMkLst>
        </pc:spChg>
      </pc:sldChg>
      <pc:sldChg chg="mod modShow">
        <pc:chgData name="Markus Jakonen" userId="ba17b69c-cf12-4565-9475-7cc315fc53de" providerId="ADAL" clId="{C9524D7E-1809-485C-8C9A-B106D65A8A74}" dt="2026-06-03T09:13:05.401" v="28" actId="729"/>
        <pc:sldMkLst>
          <pc:docMk/>
          <pc:sldMk cId="199679355" sldId="305"/>
        </pc:sldMkLst>
      </pc:sldChg>
      <pc:sldChg chg="mod modShow">
        <pc:chgData name="Markus Jakonen" userId="ba17b69c-cf12-4565-9475-7cc315fc53de" providerId="ADAL" clId="{C9524D7E-1809-485C-8C9A-B106D65A8A74}" dt="2026-06-03T09:13:05.401" v="28" actId="729"/>
        <pc:sldMkLst>
          <pc:docMk/>
          <pc:sldMk cId="3460694604" sldId="306"/>
        </pc:sldMkLst>
      </pc:sldChg>
      <pc:sldChg chg="mod modShow">
        <pc:chgData name="Markus Jakonen" userId="ba17b69c-cf12-4565-9475-7cc315fc53de" providerId="ADAL" clId="{C9524D7E-1809-485C-8C9A-B106D65A8A74}" dt="2026-06-03T09:13:05.401" v="28" actId="729"/>
        <pc:sldMkLst>
          <pc:docMk/>
          <pc:sldMk cId="827597671" sldId="307"/>
        </pc:sldMkLst>
      </pc:sldChg>
      <pc:sldChg chg="mod modShow">
        <pc:chgData name="Markus Jakonen" userId="ba17b69c-cf12-4565-9475-7cc315fc53de" providerId="ADAL" clId="{C9524D7E-1809-485C-8C9A-B106D65A8A74}" dt="2026-06-03T09:13:05.401" v="28" actId="729"/>
        <pc:sldMkLst>
          <pc:docMk/>
          <pc:sldMk cId="1689019211" sldId="309"/>
        </pc:sldMkLst>
      </pc:sldChg>
      <pc:sldChg chg="delSp modSp mod ord modNotesTx">
        <pc:chgData name="Markus Jakonen" userId="ba17b69c-cf12-4565-9475-7cc315fc53de" providerId="ADAL" clId="{C9524D7E-1809-485C-8C9A-B106D65A8A74}" dt="2026-06-03T13:58:55.114" v="1898" actId="20577"/>
        <pc:sldMkLst>
          <pc:docMk/>
          <pc:sldMk cId="1839708034" sldId="310"/>
        </pc:sldMkLst>
        <pc:spChg chg="mod">
          <ac:chgData name="Markus Jakonen" userId="ba17b69c-cf12-4565-9475-7cc315fc53de" providerId="ADAL" clId="{C9524D7E-1809-485C-8C9A-B106D65A8A74}" dt="2026-06-03T13:00:10.933" v="1727" actId="255"/>
          <ac:spMkLst>
            <pc:docMk/>
            <pc:sldMk cId="1839708034" sldId="310"/>
            <ac:spMk id="2" creationId="{F53178A4-688A-D719-4DAB-059A89B68AB4}"/>
          </ac:spMkLst>
        </pc:spChg>
        <pc:spChg chg="mod">
          <ac:chgData name="Markus Jakonen" userId="ba17b69c-cf12-4565-9475-7cc315fc53de" providerId="ADAL" clId="{C9524D7E-1809-485C-8C9A-B106D65A8A74}" dt="2026-06-03T10:54:14.858" v="349" actId="20577"/>
          <ac:spMkLst>
            <pc:docMk/>
            <pc:sldMk cId="1839708034" sldId="310"/>
            <ac:spMk id="34" creationId="{17B7CBFC-65A2-4AB4-BE48-C580D13CAE3B}"/>
          </ac:spMkLst>
        </pc:spChg>
        <pc:spChg chg="mod">
          <ac:chgData name="Markus Jakonen" userId="ba17b69c-cf12-4565-9475-7cc315fc53de" providerId="ADAL" clId="{C9524D7E-1809-485C-8C9A-B106D65A8A74}" dt="2026-06-03T12:59:44.342" v="1723" actId="2711"/>
          <ac:spMkLst>
            <pc:docMk/>
            <pc:sldMk cId="1839708034" sldId="310"/>
            <ac:spMk id="36" creationId="{D2B40CBE-DEC8-4A9F-AF68-3DABE42C7EE3}"/>
          </ac:spMkLst>
        </pc:spChg>
        <pc:spChg chg="del">
          <ac:chgData name="Markus Jakonen" userId="ba17b69c-cf12-4565-9475-7cc315fc53de" providerId="ADAL" clId="{C9524D7E-1809-485C-8C9A-B106D65A8A74}" dt="2026-06-03T09:23:22.594" v="113" actId="478"/>
          <ac:spMkLst>
            <pc:docMk/>
            <pc:sldMk cId="1839708034" sldId="310"/>
            <ac:spMk id="53" creationId="{7E54F570-0C8E-43F9-A9E7-7E32C629CDB3}"/>
          </ac:spMkLst>
        </pc:spChg>
        <pc:spChg chg="del">
          <ac:chgData name="Markus Jakonen" userId="ba17b69c-cf12-4565-9475-7cc315fc53de" providerId="ADAL" clId="{C9524D7E-1809-485C-8C9A-B106D65A8A74}" dt="2026-06-03T09:23:20.660" v="112" actId="478"/>
          <ac:spMkLst>
            <pc:docMk/>
            <pc:sldMk cId="1839708034" sldId="310"/>
            <ac:spMk id="54" creationId="{F7B98703-748F-4466-B210-C3632974F2E7}"/>
          </ac:spMkLst>
        </pc:spChg>
      </pc:sldChg>
      <pc:sldChg chg="addSp delSp modSp mod ord">
        <pc:chgData name="Markus Jakonen" userId="ba17b69c-cf12-4565-9475-7cc315fc53de" providerId="ADAL" clId="{C9524D7E-1809-485C-8C9A-B106D65A8A74}" dt="2026-06-03T13:01:22.132" v="1740" actId="20577"/>
        <pc:sldMkLst>
          <pc:docMk/>
          <pc:sldMk cId="2756819046" sldId="311"/>
        </pc:sldMkLst>
        <pc:spChg chg="add del mod">
          <ac:chgData name="Markus Jakonen" userId="ba17b69c-cf12-4565-9475-7cc315fc53de" providerId="ADAL" clId="{C9524D7E-1809-485C-8C9A-B106D65A8A74}" dt="2026-06-03T09:22:55.879" v="91" actId="478"/>
          <ac:spMkLst>
            <pc:docMk/>
            <pc:sldMk cId="2756819046" sldId="311"/>
            <ac:spMk id="3" creationId="{7D1521F5-59F8-480C-0F5F-354BE56FB78D}"/>
          </ac:spMkLst>
        </pc:spChg>
        <pc:spChg chg="mod">
          <ac:chgData name="Markus Jakonen" userId="ba17b69c-cf12-4565-9475-7cc315fc53de" providerId="ADAL" clId="{C9524D7E-1809-485C-8C9A-B106D65A8A74}" dt="2026-06-03T09:22:49.638" v="88" actId="6549"/>
          <ac:spMkLst>
            <pc:docMk/>
            <pc:sldMk cId="2756819046" sldId="311"/>
            <ac:spMk id="23" creationId="{80E486CF-8877-4DB4-98D3-2CD9F1CB339E}"/>
          </ac:spMkLst>
        </pc:spChg>
        <pc:spChg chg="mod">
          <ac:chgData name="Markus Jakonen" userId="ba17b69c-cf12-4565-9475-7cc315fc53de" providerId="ADAL" clId="{C9524D7E-1809-485C-8C9A-B106D65A8A74}" dt="2026-06-03T13:01:22.132" v="1740" actId="20577"/>
          <ac:spMkLst>
            <pc:docMk/>
            <pc:sldMk cId="2756819046" sldId="311"/>
            <ac:spMk id="28" creationId="{0648DE95-334E-46CE-B3A6-AEEB61BA16E7}"/>
          </ac:spMkLst>
        </pc:spChg>
        <pc:spChg chg="del">
          <ac:chgData name="Markus Jakonen" userId="ba17b69c-cf12-4565-9475-7cc315fc53de" providerId="ADAL" clId="{C9524D7E-1809-485C-8C9A-B106D65A8A74}" dt="2026-06-03T09:23:00.086" v="92" actId="478"/>
          <ac:spMkLst>
            <pc:docMk/>
            <pc:sldMk cId="2756819046" sldId="311"/>
            <ac:spMk id="50" creationId="{108C1532-C197-478C-AFA8-3EACE6CE5EC3}"/>
          </ac:spMkLst>
        </pc:spChg>
        <pc:spChg chg="del">
          <ac:chgData name="Markus Jakonen" userId="ba17b69c-cf12-4565-9475-7cc315fc53de" providerId="ADAL" clId="{C9524D7E-1809-485C-8C9A-B106D65A8A74}" dt="2026-06-03T09:22:52.716" v="89" actId="478"/>
          <ac:spMkLst>
            <pc:docMk/>
            <pc:sldMk cId="2756819046" sldId="311"/>
            <ac:spMk id="51" creationId="{07E67588-DFE4-40B6-B7B2-7329C1D7CC38}"/>
          </ac:spMkLst>
        </pc:spChg>
        <pc:picChg chg="add del">
          <ac:chgData name="Markus Jakonen" userId="ba17b69c-cf12-4565-9475-7cc315fc53de" providerId="ADAL" clId="{C9524D7E-1809-485C-8C9A-B106D65A8A74}" dt="2026-06-03T09:22:55.879" v="91" actId="478"/>
          <ac:picMkLst>
            <pc:docMk/>
            <pc:sldMk cId="2756819046" sldId="311"/>
            <ac:picMk id="7" creationId="{7EA54CDC-A10B-4928-83AD-8A873A126AFE}"/>
          </ac:picMkLst>
        </pc:picChg>
      </pc:sldChg>
      <pc:sldChg chg="addSp delSp modSp new del mod">
        <pc:chgData name="Markus Jakonen" userId="ba17b69c-cf12-4565-9475-7cc315fc53de" providerId="ADAL" clId="{C9524D7E-1809-485C-8C9A-B106D65A8A74}" dt="2026-06-03T09:19:30.730" v="48" actId="47"/>
        <pc:sldMkLst>
          <pc:docMk/>
          <pc:sldMk cId="1047897196" sldId="312"/>
        </pc:sldMkLst>
        <pc:spChg chg="add del">
          <ac:chgData name="Markus Jakonen" userId="ba17b69c-cf12-4565-9475-7cc315fc53de" providerId="ADAL" clId="{C9524D7E-1809-485C-8C9A-B106D65A8A74}" dt="2026-06-03T09:19:03.401" v="39" actId="478"/>
          <ac:spMkLst>
            <pc:docMk/>
            <pc:sldMk cId="1047897196" sldId="312"/>
            <ac:spMk id="2" creationId="{1EACA19C-D280-E287-ED68-7DB4B56E522D}"/>
          </ac:spMkLst>
        </pc:spChg>
        <pc:picChg chg="add mod ord">
          <ac:chgData name="Markus Jakonen" userId="ba17b69c-cf12-4565-9475-7cc315fc53de" providerId="ADAL" clId="{C9524D7E-1809-485C-8C9A-B106D65A8A74}" dt="2026-06-03T09:19:06.063" v="41"/>
          <ac:picMkLst>
            <pc:docMk/>
            <pc:sldMk cId="1047897196" sldId="312"/>
            <ac:picMk id="17" creationId="{1A7DA580-69B5-403B-E2D1-F00482D541BD}"/>
          </ac:picMkLst>
        </pc:picChg>
      </pc:sldChg>
      <pc:sldChg chg="addSp delSp modSp add del mod ord">
        <pc:chgData name="Markus Jakonen" userId="ba17b69c-cf12-4565-9475-7cc315fc53de" providerId="ADAL" clId="{C9524D7E-1809-485C-8C9A-B106D65A8A74}" dt="2026-06-03T10:52:52.816" v="281" actId="2696"/>
        <pc:sldMkLst>
          <pc:docMk/>
          <pc:sldMk cId="3264426104" sldId="313"/>
        </pc:sldMkLst>
        <pc:spChg chg="mod">
          <ac:chgData name="Markus Jakonen" userId="ba17b69c-cf12-4565-9475-7cc315fc53de" providerId="ADAL" clId="{C9524D7E-1809-485C-8C9A-B106D65A8A74}" dt="2026-06-03T10:52:08.418" v="274" actId="21"/>
          <ac:spMkLst>
            <pc:docMk/>
            <pc:sldMk cId="3264426104" sldId="313"/>
            <ac:spMk id="2" creationId="{383076AD-A668-728A-048F-2DCFB5C5E2EB}"/>
          </ac:spMkLst>
        </pc:spChg>
        <pc:spChg chg="add del mod">
          <ac:chgData name="Markus Jakonen" userId="ba17b69c-cf12-4565-9475-7cc315fc53de" providerId="ADAL" clId="{C9524D7E-1809-485C-8C9A-B106D65A8A74}" dt="2026-06-03T10:52:18.170" v="276" actId="21"/>
          <ac:spMkLst>
            <pc:docMk/>
            <pc:sldMk cId="3264426104" sldId="313"/>
            <ac:spMk id="3" creationId="{B0D32251-3627-AC37-57EC-506759F8929D}"/>
          </ac:spMkLst>
        </pc:spChg>
        <pc:spChg chg="del">
          <ac:chgData name="Markus Jakonen" userId="ba17b69c-cf12-4565-9475-7cc315fc53de" providerId="ADAL" clId="{C9524D7E-1809-485C-8C9A-B106D65A8A74}" dt="2026-06-03T09:20:00.658" v="62" actId="478"/>
          <ac:spMkLst>
            <pc:docMk/>
            <pc:sldMk cId="3264426104" sldId="313"/>
            <ac:spMk id="149" creationId="{E1E5B371-A089-44E9-71BC-1A491C306A17}"/>
          </ac:spMkLst>
        </pc:spChg>
        <pc:spChg chg="del">
          <ac:chgData name="Markus Jakonen" userId="ba17b69c-cf12-4565-9475-7cc315fc53de" providerId="ADAL" clId="{C9524D7E-1809-485C-8C9A-B106D65A8A74}" dt="2026-06-03T09:20:03.053" v="63" actId="478"/>
          <ac:spMkLst>
            <pc:docMk/>
            <pc:sldMk cId="3264426104" sldId="313"/>
            <ac:spMk id="150" creationId="{53EB4462-F306-024F-60E7-B9EF9FEEA9E8}"/>
          </ac:spMkLst>
        </pc:spChg>
      </pc:sldChg>
      <pc:sldChg chg="addSp delSp modSp add mod ord setBg modShow">
        <pc:chgData name="Markus Jakonen" userId="ba17b69c-cf12-4565-9475-7cc315fc53de" providerId="ADAL" clId="{C9524D7E-1809-485C-8C9A-B106D65A8A74}" dt="2026-06-03T13:28:29.051" v="1811" actId="14100"/>
        <pc:sldMkLst>
          <pc:docMk/>
          <pc:sldMk cId="123198274" sldId="314"/>
        </pc:sldMkLst>
        <pc:spChg chg="mod">
          <ac:chgData name="Markus Jakonen" userId="ba17b69c-cf12-4565-9475-7cc315fc53de" providerId="ADAL" clId="{C9524D7E-1809-485C-8C9A-B106D65A8A74}" dt="2026-06-03T12:34:09.303" v="1690" actId="26606"/>
          <ac:spMkLst>
            <pc:docMk/>
            <pc:sldMk cId="123198274" sldId="314"/>
            <ac:spMk id="2" creationId="{5A885FC1-EB00-2395-C511-C4167C757EB6}"/>
          </ac:spMkLst>
        </pc:spChg>
        <pc:spChg chg="mod ord">
          <ac:chgData name="Markus Jakonen" userId="ba17b69c-cf12-4565-9475-7cc315fc53de" providerId="ADAL" clId="{C9524D7E-1809-485C-8C9A-B106D65A8A74}" dt="2026-06-03T13:28:29.051" v="1811" actId="14100"/>
          <ac:spMkLst>
            <pc:docMk/>
            <pc:sldMk cId="123198274" sldId="314"/>
            <ac:spMk id="10" creationId="{2D595137-A18B-6D66-AEBC-009684E1D868}"/>
          </ac:spMkLst>
        </pc:spChg>
        <pc:spChg chg="del">
          <ac:chgData name="Markus Jakonen" userId="ba17b69c-cf12-4565-9475-7cc315fc53de" providerId="ADAL" clId="{C9524D7E-1809-485C-8C9A-B106D65A8A74}" dt="2026-06-03T09:21:43.409" v="81" actId="478"/>
          <ac:spMkLst>
            <pc:docMk/>
            <pc:sldMk cId="123198274" sldId="314"/>
            <ac:spMk id="50" creationId="{42E176E4-00D6-903C-C621-AAFE9D9269A1}"/>
          </ac:spMkLst>
        </pc:spChg>
        <pc:spChg chg="del">
          <ac:chgData name="Markus Jakonen" userId="ba17b69c-cf12-4565-9475-7cc315fc53de" providerId="ADAL" clId="{C9524D7E-1809-485C-8C9A-B106D65A8A74}" dt="2026-06-03T09:21:40.535" v="80" actId="478"/>
          <ac:spMkLst>
            <pc:docMk/>
            <pc:sldMk cId="123198274" sldId="314"/>
            <ac:spMk id="51" creationId="{F14CB23F-5AC0-567B-2E38-16D91F05E65B}"/>
          </ac:spMkLst>
        </pc:spChg>
        <pc:spChg chg="mod ord">
          <ac:chgData name="Markus Jakonen" userId="ba17b69c-cf12-4565-9475-7cc315fc53de" providerId="ADAL" clId="{C9524D7E-1809-485C-8C9A-B106D65A8A74}" dt="2026-06-03T12:34:09.303" v="1690" actId="26606"/>
          <ac:spMkLst>
            <pc:docMk/>
            <pc:sldMk cId="123198274" sldId="314"/>
            <ac:spMk id="52" creationId="{B788F43D-433A-B7F2-B93A-545D11A3B946}"/>
          </ac:spMkLst>
        </pc:spChg>
        <pc:spChg chg="add del">
          <ac:chgData name="Markus Jakonen" userId="ba17b69c-cf12-4565-9475-7cc315fc53de" providerId="ADAL" clId="{C9524D7E-1809-485C-8C9A-B106D65A8A74}" dt="2026-06-03T12:34:09.303" v="1690" actId="26606"/>
          <ac:spMkLst>
            <pc:docMk/>
            <pc:sldMk cId="123198274" sldId="314"/>
            <ac:spMk id="57" creationId="{2EB492CD-616E-47F8-933B-5E2D952A0593}"/>
          </ac:spMkLst>
        </pc:spChg>
        <pc:spChg chg="add del">
          <ac:chgData name="Markus Jakonen" userId="ba17b69c-cf12-4565-9475-7cc315fc53de" providerId="ADAL" clId="{C9524D7E-1809-485C-8C9A-B106D65A8A74}" dt="2026-06-03T12:34:09.303" v="1690" actId="26606"/>
          <ac:spMkLst>
            <pc:docMk/>
            <pc:sldMk cId="123198274" sldId="314"/>
            <ac:spMk id="59" creationId="{59383CF9-23B5-4335-9B21-1791C4CF1C75}"/>
          </ac:spMkLst>
        </pc:spChg>
        <pc:spChg chg="add del">
          <ac:chgData name="Markus Jakonen" userId="ba17b69c-cf12-4565-9475-7cc315fc53de" providerId="ADAL" clId="{C9524D7E-1809-485C-8C9A-B106D65A8A74}" dt="2026-06-03T12:34:09.303" v="1690" actId="26606"/>
          <ac:spMkLst>
            <pc:docMk/>
            <pc:sldMk cId="123198274" sldId="314"/>
            <ac:spMk id="61" creationId="{0007FE00-9498-4706-B255-6437B0252C02}"/>
          </ac:spMkLst>
        </pc:spChg>
        <pc:picChg chg="add mod">
          <ac:chgData name="Markus Jakonen" userId="ba17b69c-cf12-4565-9475-7cc315fc53de" providerId="ADAL" clId="{C9524D7E-1809-485C-8C9A-B106D65A8A74}" dt="2026-06-03T12:35:03.560" v="1709" actId="1076"/>
          <ac:picMkLst>
            <pc:docMk/>
            <pc:sldMk cId="123198274" sldId="314"/>
            <ac:picMk id="4" creationId="{86980DA8-2FFE-10D6-10EB-6BAB6C121DC6}"/>
          </ac:picMkLst>
        </pc:picChg>
      </pc:sldChg>
      <pc:sldChg chg="modSp new mod">
        <pc:chgData name="Markus Jakonen" userId="ba17b69c-cf12-4565-9475-7cc315fc53de" providerId="ADAL" clId="{C9524D7E-1809-485C-8C9A-B106D65A8A74}" dt="2026-06-03T10:51:35.772" v="271" actId="6549"/>
        <pc:sldMkLst>
          <pc:docMk/>
          <pc:sldMk cId="808981445" sldId="315"/>
        </pc:sldMkLst>
        <pc:spChg chg="mod">
          <ac:chgData name="Markus Jakonen" userId="ba17b69c-cf12-4565-9475-7cc315fc53de" providerId="ADAL" clId="{C9524D7E-1809-485C-8C9A-B106D65A8A74}" dt="2026-06-03T10:51:35.772" v="271" actId="6549"/>
          <ac:spMkLst>
            <pc:docMk/>
            <pc:sldMk cId="808981445" sldId="315"/>
            <ac:spMk id="2" creationId="{0669F448-9008-5D99-2E17-1A8ED925EE1F}"/>
          </ac:spMkLst>
        </pc:spChg>
      </pc:sldChg>
      <pc:sldChg chg="addSp delSp modSp add del mod ord setBg modShow">
        <pc:chgData name="Markus Jakonen" userId="ba17b69c-cf12-4565-9475-7cc315fc53de" providerId="ADAL" clId="{C9524D7E-1809-485C-8C9A-B106D65A8A74}" dt="2026-06-03T11:09:55.742" v="442" actId="2696"/>
        <pc:sldMkLst>
          <pc:docMk/>
          <pc:sldMk cId="1671000550" sldId="316"/>
        </pc:sldMkLst>
        <pc:spChg chg="mod">
          <ac:chgData name="Markus Jakonen" userId="ba17b69c-cf12-4565-9475-7cc315fc53de" providerId="ADAL" clId="{C9524D7E-1809-485C-8C9A-B106D65A8A74}" dt="2026-06-03T11:05:20.969" v="391" actId="20577"/>
          <ac:spMkLst>
            <pc:docMk/>
            <pc:sldMk cId="1671000550" sldId="316"/>
            <ac:spMk id="2" creationId="{DCD12A0B-4EF5-B9BA-AD8F-B8C26F93DF59}"/>
          </ac:spMkLst>
        </pc:spChg>
        <pc:spChg chg="add del mod">
          <ac:chgData name="Markus Jakonen" userId="ba17b69c-cf12-4565-9475-7cc315fc53de" providerId="ADAL" clId="{C9524D7E-1809-485C-8C9A-B106D65A8A74}" dt="2026-06-03T11:06:06.577" v="393" actId="478"/>
          <ac:spMkLst>
            <pc:docMk/>
            <pc:sldMk cId="1671000550" sldId="316"/>
            <ac:spMk id="4" creationId="{2B654ED3-6654-F8DD-E27C-AA0BFAE00BF0}"/>
          </ac:spMkLst>
        </pc:spChg>
        <pc:spChg chg="add del mod">
          <ac:chgData name="Markus Jakonen" userId="ba17b69c-cf12-4565-9475-7cc315fc53de" providerId="ADAL" clId="{C9524D7E-1809-485C-8C9A-B106D65A8A74}" dt="2026-06-03T11:07:34.727" v="406" actId="478"/>
          <ac:spMkLst>
            <pc:docMk/>
            <pc:sldMk cId="1671000550" sldId="316"/>
            <ac:spMk id="5" creationId="{4285138B-EBFF-653F-57E7-8D6BE0658839}"/>
          </ac:spMkLst>
        </pc:spChg>
        <pc:spChg chg="add mod">
          <ac:chgData name="Markus Jakonen" userId="ba17b69c-cf12-4565-9475-7cc315fc53de" providerId="ADAL" clId="{C9524D7E-1809-485C-8C9A-B106D65A8A74}" dt="2026-06-03T11:07:33.537" v="405" actId="571"/>
          <ac:spMkLst>
            <pc:docMk/>
            <pc:sldMk cId="1671000550" sldId="316"/>
            <ac:spMk id="6" creationId="{15F07847-EA0F-BA49-84A4-70B6AD280AB6}"/>
          </ac:spMkLst>
        </pc:spChg>
        <pc:spChg chg="add del mod">
          <ac:chgData name="Markus Jakonen" userId="ba17b69c-cf12-4565-9475-7cc315fc53de" providerId="ADAL" clId="{C9524D7E-1809-485C-8C9A-B106D65A8A74}" dt="2026-06-03T11:07:33.537" v="405" actId="571"/>
          <ac:spMkLst>
            <pc:docMk/>
            <pc:sldMk cId="1671000550" sldId="316"/>
            <ac:spMk id="8" creationId="{269C3CFF-0401-B5A3-730F-0E8CF9C0F7B6}"/>
          </ac:spMkLst>
        </pc:spChg>
        <pc:spChg chg="mod">
          <ac:chgData name="Markus Jakonen" userId="ba17b69c-cf12-4565-9475-7cc315fc53de" providerId="ADAL" clId="{C9524D7E-1809-485C-8C9A-B106D65A8A74}" dt="2026-06-03T11:08:10.525" v="412" actId="1076"/>
          <ac:spMkLst>
            <pc:docMk/>
            <pc:sldMk cId="1671000550" sldId="316"/>
            <ac:spMk id="9" creationId="{79E6AF09-F31F-F98E-1D86-2BF53781873E}"/>
          </ac:spMkLst>
        </pc:spChg>
        <pc:picChg chg="del mod">
          <ac:chgData name="Markus Jakonen" userId="ba17b69c-cf12-4565-9475-7cc315fc53de" providerId="ADAL" clId="{C9524D7E-1809-485C-8C9A-B106D65A8A74}" dt="2026-06-03T11:06:02.900" v="392" actId="478"/>
          <ac:picMkLst>
            <pc:docMk/>
            <pc:sldMk cId="1671000550" sldId="316"/>
            <ac:picMk id="7" creationId="{4224B551-105C-CA7D-171D-B858B1692029}"/>
          </ac:picMkLst>
        </pc:picChg>
      </pc:sldChg>
      <pc:sldChg chg="addSp delSp modSp new mod setBg">
        <pc:chgData name="Markus Jakonen" userId="ba17b69c-cf12-4565-9475-7cc315fc53de" providerId="ADAL" clId="{C9524D7E-1809-485C-8C9A-B106D65A8A74}" dt="2026-06-03T13:57:08.194" v="1872" actId="14100"/>
        <pc:sldMkLst>
          <pc:docMk/>
          <pc:sldMk cId="494366083" sldId="317"/>
        </pc:sldMkLst>
        <pc:spChg chg="del mod">
          <ac:chgData name="Markus Jakonen" userId="ba17b69c-cf12-4565-9475-7cc315fc53de" providerId="ADAL" clId="{C9524D7E-1809-485C-8C9A-B106D65A8A74}" dt="2026-06-03T11:09:17.037" v="441" actId="478"/>
          <ac:spMkLst>
            <pc:docMk/>
            <pc:sldMk cId="494366083" sldId="317"/>
            <ac:spMk id="2" creationId="{24A30AF9-2745-B569-C95B-659C5C32117C}"/>
          </ac:spMkLst>
        </pc:spChg>
        <pc:spChg chg="del">
          <ac:chgData name="Markus Jakonen" userId="ba17b69c-cf12-4565-9475-7cc315fc53de" providerId="ADAL" clId="{C9524D7E-1809-485C-8C9A-B106D65A8A74}" dt="2026-06-03T11:11:26.490" v="456" actId="478"/>
          <ac:spMkLst>
            <pc:docMk/>
            <pc:sldMk cId="494366083" sldId="317"/>
            <ac:spMk id="3" creationId="{0499498A-CC4D-17AC-93E2-8735E34A4AA5}"/>
          </ac:spMkLst>
        </pc:spChg>
        <pc:spChg chg="add mod">
          <ac:chgData name="Markus Jakonen" userId="ba17b69c-cf12-4565-9475-7cc315fc53de" providerId="ADAL" clId="{C9524D7E-1809-485C-8C9A-B106D65A8A74}" dt="2026-06-03T13:57:08.194" v="1872" actId="14100"/>
          <ac:spMkLst>
            <pc:docMk/>
            <pc:sldMk cId="494366083" sldId="317"/>
            <ac:spMk id="3" creationId="{4654C426-C041-DFA6-D55A-320E0B37EDC5}"/>
          </ac:spMkLst>
        </pc:spChg>
        <pc:spChg chg="del">
          <ac:chgData name="Markus Jakonen" userId="ba17b69c-cf12-4565-9475-7cc315fc53de" providerId="ADAL" clId="{C9524D7E-1809-485C-8C9A-B106D65A8A74}" dt="2026-06-03T11:11:24.687" v="455" actId="478"/>
          <ac:spMkLst>
            <pc:docMk/>
            <pc:sldMk cId="494366083" sldId="317"/>
            <ac:spMk id="4" creationId="{FB1227C3-E089-0909-EB7A-54DFE59E060E}"/>
          </ac:spMkLst>
        </pc:spChg>
        <pc:spChg chg="add mod">
          <ac:chgData name="Markus Jakonen" userId="ba17b69c-cf12-4565-9475-7cc315fc53de" providerId="ADAL" clId="{C9524D7E-1809-485C-8C9A-B106D65A8A74}" dt="2026-06-03T11:17:56.462" v="483" actId="14100"/>
          <ac:spMkLst>
            <pc:docMk/>
            <pc:sldMk cId="494366083" sldId="317"/>
            <ac:spMk id="6" creationId="{F390B77E-BE8A-463C-DD77-33E810609A46}"/>
          </ac:spMkLst>
        </pc:spChg>
        <pc:spChg chg="add del mod">
          <ac:chgData name="Markus Jakonen" userId="ba17b69c-cf12-4565-9475-7cc315fc53de" providerId="ADAL" clId="{C9524D7E-1809-485C-8C9A-B106D65A8A74}" dt="2026-06-03T11:11:40.064" v="459" actId="478"/>
          <ac:spMkLst>
            <pc:docMk/>
            <pc:sldMk cId="494366083" sldId="317"/>
            <ac:spMk id="7" creationId="{C77325C7-1D56-3BEC-0BA8-C23703D8B97D}"/>
          </ac:spMkLst>
        </pc:spChg>
        <pc:spChg chg="add mod">
          <ac:chgData name="Markus Jakonen" userId="ba17b69c-cf12-4565-9475-7cc315fc53de" providerId="ADAL" clId="{C9524D7E-1809-485C-8C9A-B106D65A8A74}" dt="2026-06-03T11:29:35.459" v="865" actId="403"/>
          <ac:spMkLst>
            <pc:docMk/>
            <pc:sldMk cId="494366083" sldId="317"/>
            <ac:spMk id="17" creationId="{D2DE3BF9-F335-4B2F-9BA9-9F268D422182}"/>
          </ac:spMkLst>
        </pc:spChg>
        <pc:spChg chg="add mod">
          <ac:chgData name="Markus Jakonen" userId="ba17b69c-cf12-4565-9475-7cc315fc53de" providerId="ADAL" clId="{C9524D7E-1809-485C-8C9A-B106D65A8A74}" dt="2026-06-03T11:29:43.230" v="866" actId="1076"/>
          <ac:spMkLst>
            <pc:docMk/>
            <pc:sldMk cId="494366083" sldId="317"/>
            <ac:spMk id="19" creationId="{F78D7A29-4D1D-431B-C939-7084E210EBCF}"/>
          </ac:spMkLst>
        </pc:spChg>
        <pc:picChg chg="add mod modCrop">
          <ac:chgData name="Markus Jakonen" userId="ba17b69c-cf12-4565-9475-7cc315fc53de" providerId="ADAL" clId="{C9524D7E-1809-485C-8C9A-B106D65A8A74}" dt="2026-06-03T11:29:08.403" v="858" actId="1076"/>
          <ac:picMkLst>
            <pc:docMk/>
            <pc:sldMk cId="494366083" sldId="317"/>
            <ac:picMk id="9" creationId="{505D26EA-353E-6C55-DDE5-359A23F6B697}"/>
          </ac:picMkLst>
        </pc:picChg>
        <pc:picChg chg="add del mod">
          <ac:chgData name="Markus Jakonen" userId="ba17b69c-cf12-4565-9475-7cc315fc53de" providerId="ADAL" clId="{C9524D7E-1809-485C-8C9A-B106D65A8A74}" dt="2026-06-03T11:15:39.377" v="473" actId="22"/>
          <ac:picMkLst>
            <pc:docMk/>
            <pc:sldMk cId="494366083" sldId="317"/>
            <ac:picMk id="11" creationId="{254C3054-9DBD-F91C-A263-615AD766E929}"/>
          </ac:picMkLst>
        </pc:picChg>
        <pc:picChg chg="add del mod">
          <ac:chgData name="Markus Jakonen" userId="ba17b69c-cf12-4565-9475-7cc315fc53de" providerId="ADAL" clId="{C9524D7E-1809-485C-8C9A-B106D65A8A74}" dt="2026-06-03T11:16:34.043" v="476" actId="478"/>
          <ac:picMkLst>
            <pc:docMk/>
            <pc:sldMk cId="494366083" sldId="317"/>
            <ac:picMk id="13" creationId="{EB387CE0-DDAD-4E32-04B3-5FE7CCE00A1F}"/>
          </ac:picMkLst>
        </pc:picChg>
        <pc:picChg chg="add del mod">
          <ac:chgData name="Markus Jakonen" userId="ba17b69c-cf12-4565-9475-7cc315fc53de" providerId="ADAL" clId="{C9524D7E-1809-485C-8C9A-B106D65A8A74}" dt="2026-06-03T11:44:53.735" v="1161" actId="478"/>
          <ac:picMkLst>
            <pc:docMk/>
            <pc:sldMk cId="494366083" sldId="317"/>
            <ac:picMk id="15" creationId="{73EB8A62-9E77-B0C7-268F-7B848762929F}"/>
          </ac:picMkLst>
        </pc:picChg>
        <pc:picChg chg="add mod ord">
          <ac:chgData name="Markus Jakonen" userId="ba17b69c-cf12-4565-9475-7cc315fc53de" providerId="ADAL" clId="{C9524D7E-1809-485C-8C9A-B106D65A8A74}" dt="2026-06-03T11:44:59.145" v="1164" actId="167"/>
          <ac:picMkLst>
            <pc:docMk/>
            <pc:sldMk cId="494366083" sldId="317"/>
            <ac:picMk id="21" creationId="{9FBC7E72-6633-4227-7C65-4653264C66F4}"/>
          </ac:picMkLst>
        </pc:picChg>
      </pc:sldChg>
      <pc:sldChg chg="addSp modSp new del mod">
        <pc:chgData name="Markus Jakonen" userId="ba17b69c-cf12-4565-9475-7cc315fc53de" providerId="ADAL" clId="{C9524D7E-1809-485C-8C9A-B106D65A8A74}" dt="2026-06-03T13:57:48.639" v="1873" actId="2696"/>
        <pc:sldMkLst>
          <pc:docMk/>
          <pc:sldMk cId="358118269" sldId="318"/>
        </pc:sldMkLst>
        <pc:spChg chg="mod">
          <ac:chgData name="Markus Jakonen" userId="ba17b69c-cf12-4565-9475-7cc315fc53de" providerId="ADAL" clId="{C9524D7E-1809-485C-8C9A-B106D65A8A74}" dt="2026-06-03T11:32:20.949" v="973" actId="27636"/>
          <ac:spMkLst>
            <pc:docMk/>
            <pc:sldMk cId="358118269" sldId="318"/>
            <ac:spMk id="2" creationId="{8EC44B49-C866-63A5-EC78-636EF40F8F84}"/>
          </ac:spMkLst>
        </pc:spChg>
        <pc:spChg chg="add mod">
          <ac:chgData name="Markus Jakonen" userId="ba17b69c-cf12-4565-9475-7cc315fc53de" providerId="ADAL" clId="{C9524D7E-1809-485C-8C9A-B106D65A8A74}" dt="2026-06-03T11:31:40.845" v="875" actId="1076"/>
          <ac:spMkLst>
            <pc:docMk/>
            <pc:sldMk cId="358118269" sldId="318"/>
            <ac:spMk id="7" creationId="{203ACD31-77AA-330A-7F63-79D4503ACD58}"/>
          </ac:spMkLst>
        </pc:spChg>
        <pc:spChg chg="add mod">
          <ac:chgData name="Markus Jakonen" userId="ba17b69c-cf12-4565-9475-7cc315fc53de" providerId="ADAL" clId="{C9524D7E-1809-485C-8C9A-B106D65A8A74}" dt="2026-06-03T11:32:28.763" v="975" actId="14100"/>
          <ac:spMkLst>
            <pc:docMk/>
            <pc:sldMk cId="358118269" sldId="318"/>
            <ac:spMk id="8" creationId="{363E151B-9DE4-01B2-3B8B-2C2FD66F4690}"/>
          </ac:spMkLst>
        </pc:spChg>
      </pc:sldChg>
      <pc:sldChg chg="addSp delSp modSp add mod ord modShow">
        <pc:chgData name="Markus Jakonen" userId="ba17b69c-cf12-4565-9475-7cc315fc53de" providerId="ADAL" clId="{C9524D7E-1809-485C-8C9A-B106D65A8A74}" dt="2026-06-03T13:04:02.298" v="1753" actId="2711"/>
        <pc:sldMkLst>
          <pc:docMk/>
          <pc:sldMk cId="1951395696" sldId="319"/>
        </pc:sldMkLst>
        <pc:spChg chg="mod">
          <ac:chgData name="Markus Jakonen" userId="ba17b69c-cf12-4565-9475-7cc315fc53de" providerId="ADAL" clId="{C9524D7E-1809-485C-8C9A-B106D65A8A74}" dt="2026-06-03T13:04:02.298" v="1753" actId="2711"/>
          <ac:spMkLst>
            <pc:docMk/>
            <pc:sldMk cId="1951395696" sldId="319"/>
            <ac:spMk id="2" creationId="{4C82CF39-7C5C-1D67-BF8C-C81722654A41}"/>
          </ac:spMkLst>
        </pc:spChg>
        <pc:spChg chg="mod">
          <ac:chgData name="Markus Jakonen" userId="ba17b69c-cf12-4565-9475-7cc315fc53de" providerId="ADAL" clId="{C9524D7E-1809-485C-8C9A-B106D65A8A74}" dt="2026-06-03T12:14:31.354" v="1496" actId="27636"/>
          <ac:spMkLst>
            <pc:docMk/>
            <pc:sldMk cId="1951395696" sldId="319"/>
            <ac:spMk id="4" creationId="{7BDB2758-77D5-FE96-07D1-FE949CEB49C2}"/>
          </ac:spMkLst>
        </pc:spChg>
        <pc:spChg chg="mod">
          <ac:chgData name="Markus Jakonen" userId="ba17b69c-cf12-4565-9475-7cc315fc53de" providerId="ADAL" clId="{C9524D7E-1809-485C-8C9A-B106D65A8A74}" dt="2026-06-03T11:49:25.045" v="1206" actId="14100"/>
          <ac:spMkLst>
            <pc:docMk/>
            <pc:sldMk cId="1951395696" sldId="319"/>
            <ac:spMk id="5" creationId="{5221C439-9557-7A7F-E247-9098B9D42DF7}"/>
          </ac:spMkLst>
        </pc:spChg>
        <pc:spChg chg="add del mod">
          <ac:chgData name="Markus Jakonen" userId="ba17b69c-cf12-4565-9475-7cc315fc53de" providerId="ADAL" clId="{C9524D7E-1809-485C-8C9A-B106D65A8A74}" dt="2026-06-03T12:08:25.764" v="1410" actId="478"/>
          <ac:spMkLst>
            <pc:docMk/>
            <pc:sldMk cId="1951395696" sldId="319"/>
            <ac:spMk id="6" creationId="{7C32AC25-FD93-A5D9-26C1-0393BDDB1061}"/>
          </ac:spMkLst>
        </pc:spChg>
        <pc:spChg chg="add del mod">
          <ac:chgData name="Markus Jakonen" userId="ba17b69c-cf12-4565-9475-7cc315fc53de" providerId="ADAL" clId="{C9524D7E-1809-485C-8C9A-B106D65A8A74}" dt="2026-06-03T11:34:45.875" v="1015" actId="931"/>
          <ac:spMkLst>
            <pc:docMk/>
            <pc:sldMk cId="1951395696" sldId="319"/>
            <ac:spMk id="6" creationId="{F99B5F22-7A98-D7FE-CD86-BBB09406EDF7}"/>
          </ac:spMkLst>
        </pc:spChg>
        <pc:spChg chg="del mod">
          <ac:chgData name="Markus Jakonen" userId="ba17b69c-cf12-4565-9475-7cc315fc53de" providerId="ADAL" clId="{C9524D7E-1809-485C-8C9A-B106D65A8A74}" dt="2026-06-03T12:07:39.703" v="1378" actId="478"/>
          <ac:spMkLst>
            <pc:docMk/>
            <pc:sldMk cId="1951395696" sldId="319"/>
            <ac:spMk id="7" creationId="{E3E5BD53-0C8F-7571-B293-5C44B01932E9}"/>
          </ac:spMkLst>
        </pc:spChg>
        <pc:spChg chg="del mod">
          <ac:chgData name="Markus Jakonen" userId="ba17b69c-cf12-4565-9475-7cc315fc53de" providerId="ADAL" clId="{C9524D7E-1809-485C-8C9A-B106D65A8A74}" dt="2026-06-03T11:34:20.539" v="1013" actId="478"/>
          <ac:spMkLst>
            <pc:docMk/>
            <pc:sldMk cId="1951395696" sldId="319"/>
            <ac:spMk id="10" creationId="{991DB0BD-FDE5-38B4-10E7-C134E46D0DEF}"/>
          </ac:spMkLst>
        </pc:spChg>
        <pc:spChg chg="del mod">
          <ac:chgData name="Markus Jakonen" userId="ba17b69c-cf12-4565-9475-7cc315fc53de" providerId="ADAL" clId="{C9524D7E-1809-485C-8C9A-B106D65A8A74}" dt="2026-06-03T11:36:09.160" v="1035" actId="478"/>
          <ac:spMkLst>
            <pc:docMk/>
            <pc:sldMk cId="1951395696" sldId="319"/>
            <ac:spMk id="15" creationId="{07C15B19-180B-CB52-15A4-71900D8CDC4B}"/>
          </ac:spMkLst>
        </pc:spChg>
        <pc:spChg chg="del">
          <ac:chgData name="Markus Jakonen" userId="ba17b69c-cf12-4565-9475-7cc315fc53de" providerId="ADAL" clId="{C9524D7E-1809-485C-8C9A-B106D65A8A74}" dt="2026-06-03T11:33:46.367" v="1006" actId="478"/>
          <ac:spMkLst>
            <pc:docMk/>
            <pc:sldMk cId="1951395696" sldId="319"/>
            <ac:spMk id="22" creationId="{B7A94D56-244E-3C3F-68FA-D6B3649354E9}"/>
          </ac:spMkLst>
        </pc:spChg>
        <pc:spChg chg="del">
          <ac:chgData name="Markus Jakonen" userId="ba17b69c-cf12-4565-9475-7cc315fc53de" providerId="ADAL" clId="{C9524D7E-1809-485C-8C9A-B106D65A8A74}" dt="2026-06-03T11:33:48.679" v="1007" actId="478"/>
          <ac:spMkLst>
            <pc:docMk/>
            <pc:sldMk cId="1951395696" sldId="319"/>
            <ac:spMk id="23" creationId="{C541CF21-045C-EA6F-3571-DA00D138870E}"/>
          </ac:spMkLst>
        </pc:spChg>
        <pc:graphicFrameChg chg="add del mod">
          <ac:chgData name="Markus Jakonen" userId="ba17b69c-cf12-4565-9475-7cc315fc53de" providerId="ADAL" clId="{C9524D7E-1809-485C-8C9A-B106D65A8A74}" dt="2026-06-03T11:51:07.083" v="1246" actId="478"/>
          <ac:graphicFrameMkLst>
            <pc:docMk/>
            <pc:sldMk cId="1951395696" sldId="319"/>
            <ac:graphicFrameMk id="11" creationId="{BDA9AC56-0A59-FE2D-C0CF-359173BBFBE9}"/>
          </ac:graphicFrameMkLst>
        </pc:graphicFrameChg>
        <pc:graphicFrameChg chg="add del mod modGraphic">
          <ac:chgData name="Markus Jakonen" userId="ba17b69c-cf12-4565-9475-7cc315fc53de" providerId="ADAL" clId="{C9524D7E-1809-485C-8C9A-B106D65A8A74}" dt="2026-06-03T11:52:54.937" v="1278" actId="478"/>
          <ac:graphicFrameMkLst>
            <pc:docMk/>
            <pc:sldMk cId="1951395696" sldId="319"/>
            <ac:graphicFrameMk id="13" creationId="{0BBCF2E8-71B7-FF7E-230A-A17BEF384674}"/>
          </ac:graphicFrameMkLst>
        </pc:graphicFrameChg>
        <pc:graphicFrameChg chg="add mod modGraphic">
          <ac:chgData name="Markus Jakonen" userId="ba17b69c-cf12-4565-9475-7cc315fc53de" providerId="ADAL" clId="{C9524D7E-1809-485C-8C9A-B106D65A8A74}" dt="2026-06-03T13:03:44.666" v="1752" actId="14734"/>
          <ac:graphicFrameMkLst>
            <pc:docMk/>
            <pc:sldMk cId="1951395696" sldId="319"/>
            <ac:graphicFrameMk id="14" creationId="{6A9C2D03-9902-02EF-FA88-C768DC26D78B}"/>
          </ac:graphicFrameMkLst>
        </pc:graphicFrameChg>
        <pc:picChg chg="add mod ord">
          <ac:chgData name="Markus Jakonen" userId="ba17b69c-cf12-4565-9475-7cc315fc53de" providerId="ADAL" clId="{C9524D7E-1809-485C-8C9A-B106D65A8A74}" dt="2026-06-03T11:35:18.049" v="1021" actId="14100"/>
          <ac:picMkLst>
            <pc:docMk/>
            <pc:sldMk cId="1951395696" sldId="319"/>
            <ac:picMk id="9" creationId="{E2480115-159C-A21E-FB91-52311C548A02}"/>
          </ac:picMkLst>
        </pc:picChg>
        <pc:picChg chg="mod">
          <ac:chgData name="Markus Jakonen" userId="ba17b69c-cf12-4565-9475-7cc315fc53de" providerId="ADAL" clId="{C9524D7E-1809-485C-8C9A-B106D65A8A74}" dt="2026-06-03T11:34:15.921" v="1011" actId="1076"/>
          <ac:picMkLst>
            <pc:docMk/>
            <pc:sldMk cId="1951395696" sldId="319"/>
            <ac:picMk id="12" creationId="{B5C17A55-7F2B-6EB8-9913-C10468D8FC68}"/>
          </ac:picMkLst>
        </pc:picChg>
      </pc:sldChg>
      <pc:sldChg chg="delSp modSp mod">
        <pc:chgData name="Markus Jakonen" userId="ba17b69c-cf12-4565-9475-7cc315fc53de" providerId="ADAL" clId="{C9524D7E-1809-485C-8C9A-B106D65A8A74}" dt="2026-06-03T13:04:32.511" v="1755" actId="2711"/>
        <pc:sldMkLst>
          <pc:docMk/>
          <pc:sldMk cId="1234088270" sldId="320"/>
        </pc:sldMkLst>
        <pc:spChg chg="del">
          <ac:chgData name="Markus Jakonen" userId="ba17b69c-cf12-4565-9475-7cc315fc53de" providerId="ADAL" clId="{C9524D7E-1809-485C-8C9A-B106D65A8A74}" dt="2026-06-03T12:26:34.740" v="1680" actId="478"/>
          <ac:spMkLst>
            <pc:docMk/>
            <pc:sldMk cId="1234088270" sldId="320"/>
            <ac:spMk id="3" creationId="{B0D32251-3627-AC37-57EC-506759F8929D}"/>
          </ac:spMkLst>
        </pc:spChg>
        <pc:spChg chg="mod">
          <ac:chgData name="Markus Jakonen" userId="ba17b69c-cf12-4565-9475-7cc315fc53de" providerId="ADAL" clId="{C9524D7E-1809-485C-8C9A-B106D65A8A74}" dt="2026-06-03T13:04:32.511" v="1755" actId="2711"/>
          <ac:spMkLst>
            <pc:docMk/>
            <pc:sldMk cId="1234088270" sldId="320"/>
            <ac:spMk id="31" creationId="{C9116507-1199-CD4D-24B1-2E0118253264}"/>
          </ac:spMkLst>
        </pc:spChg>
      </pc:sldChg>
      <pc:sldChg chg="addSp delSp modSp add mod">
        <pc:chgData name="Markus Jakonen" userId="ba17b69c-cf12-4565-9475-7cc315fc53de" providerId="ADAL" clId="{C9524D7E-1809-485C-8C9A-B106D65A8A74}" dt="2026-06-03T13:08:14.819" v="1757" actId="14100"/>
        <pc:sldMkLst>
          <pc:docMk/>
          <pc:sldMk cId="427813944" sldId="322"/>
        </pc:sldMkLst>
        <pc:spChg chg="mod">
          <ac:chgData name="Markus Jakonen" userId="ba17b69c-cf12-4565-9475-7cc315fc53de" providerId="ADAL" clId="{C9524D7E-1809-485C-8C9A-B106D65A8A74}" dt="2026-06-03T12:20:26.940" v="1619" actId="14100"/>
          <ac:spMkLst>
            <pc:docMk/>
            <pc:sldMk cId="427813944" sldId="322"/>
            <ac:spMk id="4" creationId="{FE4AD53E-10CA-1663-D8B9-0FAC0A29FF1E}"/>
          </ac:spMkLst>
        </pc:spChg>
        <pc:spChg chg="mod">
          <ac:chgData name="Markus Jakonen" userId="ba17b69c-cf12-4565-9475-7cc315fc53de" providerId="ADAL" clId="{C9524D7E-1809-485C-8C9A-B106D65A8A74}" dt="2026-06-03T13:08:14.819" v="1757" actId="14100"/>
          <ac:spMkLst>
            <pc:docMk/>
            <pc:sldMk cId="427813944" sldId="322"/>
            <ac:spMk id="5" creationId="{C76B8162-A8EC-005A-DA2C-AD510BD8D25D}"/>
          </ac:spMkLst>
        </pc:spChg>
        <pc:spChg chg="add del mod">
          <ac:chgData name="Markus Jakonen" userId="ba17b69c-cf12-4565-9475-7cc315fc53de" providerId="ADAL" clId="{C9524D7E-1809-485C-8C9A-B106D65A8A74}" dt="2026-06-03T12:13:22.723" v="1482" actId="931"/>
          <ac:spMkLst>
            <pc:docMk/>
            <pc:sldMk cId="427813944" sldId="322"/>
            <ac:spMk id="6" creationId="{01163733-CE57-81DF-4C2A-50D0670F3431}"/>
          </ac:spMkLst>
        </pc:spChg>
        <pc:spChg chg="add mod ord">
          <ac:chgData name="Markus Jakonen" userId="ba17b69c-cf12-4565-9475-7cc315fc53de" providerId="ADAL" clId="{C9524D7E-1809-485C-8C9A-B106D65A8A74}" dt="2026-06-03T13:02:50.648" v="1750" actId="2711"/>
          <ac:spMkLst>
            <pc:docMk/>
            <pc:sldMk cId="427813944" sldId="322"/>
            <ac:spMk id="10" creationId="{FC431919-400C-DF46-C450-2F14AF2359BA}"/>
          </ac:spMkLst>
        </pc:spChg>
        <pc:graphicFrameChg chg="del">
          <ac:chgData name="Markus Jakonen" userId="ba17b69c-cf12-4565-9475-7cc315fc53de" providerId="ADAL" clId="{C9524D7E-1809-485C-8C9A-B106D65A8A74}" dt="2026-06-03T12:12:56.908" v="1480" actId="478"/>
          <ac:graphicFrameMkLst>
            <pc:docMk/>
            <pc:sldMk cId="427813944" sldId="322"/>
            <ac:graphicFrameMk id="14" creationId="{CE451AB2-0BE4-AC62-E4C3-E15AC0CB0BBE}"/>
          </ac:graphicFrameMkLst>
        </pc:graphicFrameChg>
        <pc:picChg chg="add mod ord modCrop">
          <ac:chgData name="Markus Jakonen" userId="ba17b69c-cf12-4565-9475-7cc315fc53de" providerId="ADAL" clId="{C9524D7E-1809-485C-8C9A-B106D65A8A74}" dt="2026-06-03T12:24:00.198" v="1660" actId="1076"/>
          <ac:picMkLst>
            <pc:docMk/>
            <pc:sldMk cId="427813944" sldId="322"/>
            <ac:picMk id="8" creationId="{1EC1EF06-693A-46D0-F064-0C85099FB496}"/>
          </ac:picMkLst>
        </pc:picChg>
        <pc:picChg chg="del">
          <ac:chgData name="Markus Jakonen" userId="ba17b69c-cf12-4565-9475-7cc315fc53de" providerId="ADAL" clId="{C9524D7E-1809-485C-8C9A-B106D65A8A74}" dt="2026-06-03T12:12:35.054" v="1438" actId="478"/>
          <ac:picMkLst>
            <pc:docMk/>
            <pc:sldMk cId="427813944" sldId="322"/>
            <ac:picMk id="9" creationId="{00DCBC0B-D058-D959-D47A-BFB81D03C7A9}"/>
          </ac:picMkLst>
        </pc:picChg>
      </pc:sldChg>
      <pc:sldChg chg="del">
        <pc:chgData name="Markus Jakonen" userId="ba17b69c-cf12-4565-9475-7cc315fc53de" providerId="ADAL" clId="{C9524D7E-1809-485C-8C9A-B106D65A8A74}" dt="2026-06-03T13:58:39.587" v="1874" actId="2696"/>
        <pc:sldMkLst>
          <pc:docMk/>
          <pc:sldMk cId="10663314" sldId="324"/>
        </pc:sldMkLst>
      </pc:sldChg>
      <pc:sldChg chg="addSp delSp new mod">
        <pc:chgData name="Markus Jakonen" userId="ba17b69c-cf12-4565-9475-7cc315fc53de" providerId="ADAL" clId="{C9524D7E-1809-485C-8C9A-B106D65A8A74}" dt="2026-06-03T13:48:51.639" v="1850" actId="478"/>
        <pc:sldMkLst>
          <pc:docMk/>
          <pc:sldMk cId="2042877539" sldId="325"/>
        </pc:sldMkLst>
        <pc:spChg chg="del">
          <ac:chgData name="Markus Jakonen" userId="ba17b69c-cf12-4565-9475-7cc315fc53de" providerId="ADAL" clId="{C9524D7E-1809-485C-8C9A-B106D65A8A74}" dt="2026-06-03T13:48:51.639" v="1850" actId="478"/>
          <ac:spMkLst>
            <pc:docMk/>
            <pc:sldMk cId="2042877539" sldId="325"/>
            <ac:spMk id="2" creationId="{DE6B9A91-EC1A-A879-A16B-D2B9E1A1B0EA}"/>
          </ac:spMkLst>
        </pc:spChg>
        <pc:picChg chg="add">
          <ac:chgData name="Markus Jakonen" userId="ba17b69c-cf12-4565-9475-7cc315fc53de" providerId="ADAL" clId="{C9524D7E-1809-485C-8C9A-B106D65A8A74}" dt="2026-06-03T13:48:44.829" v="1849" actId="22"/>
          <ac:picMkLst>
            <pc:docMk/>
            <pc:sldMk cId="2042877539" sldId="325"/>
            <ac:picMk id="7" creationId="{89567529-3839-4FE1-CAA7-16808301DCB8}"/>
          </ac:picMkLst>
        </pc:picChg>
      </pc:sldChg>
      <pc:sldChg chg="addSp delSp new mod">
        <pc:chgData name="Markus Jakonen" userId="ba17b69c-cf12-4565-9475-7cc315fc53de" providerId="ADAL" clId="{C9524D7E-1809-485C-8C9A-B106D65A8A74}" dt="2026-06-03T13:49:59.033" v="1853" actId="22"/>
        <pc:sldMkLst>
          <pc:docMk/>
          <pc:sldMk cId="581065448" sldId="326"/>
        </pc:sldMkLst>
        <pc:spChg chg="del">
          <ac:chgData name="Markus Jakonen" userId="ba17b69c-cf12-4565-9475-7cc315fc53de" providerId="ADAL" clId="{C9524D7E-1809-485C-8C9A-B106D65A8A74}" dt="2026-06-03T13:49:08.158" v="1852" actId="478"/>
          <ac:spMkLst>
            <pc:docMk/>
            <pc:sldMk cId="581065448" sldId="326"/>
            <ac:spMk id="2" creationId="{9F60D3D4-5AA8-4EBF-47D8-C9E2F0D8C1A4}"/>
          </ac:spMkLst>
        </pc:spChg>
        <pc:picChg chg="add">
          <ac:chgData name="Markus Jakonen" userId="ba17b69c-cf12-4565-9475-7cc315fc53de" providerId="ADAL" clId="{C9524D7E-1809-485C-8C9A-B106D65A8A74}" dt="2026-06-03T13:49:59.033" v="1853" actId="22"/>
          <ac:picMkLst>
            <pc:docMk/>
            <pc:sldMk cId="581065448" sldId="326"/>
            <ac:picMk id="7" creationId="{83AD8CB5-7B3F-3A75-8AEF-945B2A1FB2E7}"/>
          </ac:picMkLst>
        </pc:picChg>
      </pc:sldChg>
    </pc:docChg>
  </pc:docChgLst>
  <pc:docChgLst>
    <pc:chgData name="Maksim Akkonen" userId="a84c810a-0a4a-43a5-895c-1a025487ac6c" providerId="ADAL" clId="{EF6AEDFA-656C-4126-8FEF-B47F83E507D8}"/>
    <pc:docChg chg="undo custSel addSld delSld modSld sldOrd addSection delSection modSection">
      <pc:chgData name="Maksim Akkonen" userId="a84c810a-0a4a-43a5-895c-1a025487ac6c" providerId="ADAL" clId="{EF6AEDFA-656C-4126-8FEF-B47F83E507D8}" dt="2026-06-03T13:49:50.604" v="137"/>
      <pc:docMkLst>
        <pc:docMk/>
      </pc:docMkLst>
      <pc:sldChg chg="del">
        <pc:chgData name="Maksim Akkonen" userId="a84c810a-0a4a-43a5-895c-1a025487ac6c" providerId="ADAL" clId="{EF6AEDFA-656C-4126-8FEF-B47F83E507D8}" dt="2026-06-03T12:07:10.960" v="27" actId="47"/>
        <pc:sldMkLst>
          <pc:docMk/>
          <pc:sldMk cId="1472106130" sldId="270"/>
        </pc:sldMkLst>
      </pc:sldChg>
      <pc:sldChg chg="del">
        <pc:chgData name="Maksim Akkonen" userId="a84c810a-0a4a-43a5-895c-1a025487ac6c" providerId="ADAL" clId="{EF6AEDFA-656C-4126-8FEF-B47F83E507D8}" dt="2026-06-03T12:07:10.960" v="27" actId="47"/>
        <pc:sldMkLst>
          <pc:docMk/>
          <pc:sldMk cId="3477453048" sldId="282"/>
        </pc:sldMkLst>
      </pc:sldChg>
      <pc:sldChg chg="del">
        <pc:chgData name="Maksim Akkonen" userId="a84c810a-0a4a-43a5-895c-1a025487ac6c" providerId="ADAL" clId="{EF6AEDFA-656C-4126-8FEF-B47F83E507D8}" dt="2026-06-03T12:07:10.960" v="27" actId="47"/>
        <pc:sldMkLst>
          <pc:docMk/>
          <pc:sldMk cId="698293998" sldId="285"/>
        </pc:sldMkLst>
      </pc:sldChg>
      <pc:sldChg chg="del">
        <pc:chgData name="Maksim Akkonen" userId="a84c810a-0a4a-43a5-895c-1a025487ac6c" providerId="ADAL" clId="{EF6AEDFA-656C-4126-8FEF-B47F83E507D8}" dt="2026-06-03T12:07:10.960" v="27" actId="47"/>
        <pc:sldMkLst>
          <pc:docMk/>
          <pc:sldMk cId="2949032399" sldId="286"/>
        </pc:sldMkLst>
      </pc:sldChg>
      <pc:sldChg chg="del">
        <pc:chgData name="Maksim Akkonen" userId="a84c810a-0a4a-43a5-895c-1a025487ac6c" providerId="ADAL" clId="{EF6AEDFA-656C-4126-8FEF-B47F83E507D8}" dt="2026-06-03T12:07:10.960" v="27" actId="47"/>
        <pc:sldMkLst>
          <pc:docMk/>
          <pc:sldMk cId="3435056668" sldId="287"/>
        </pc:sldMkLst>
      </pc:sldChg>
      <pc:sldChg chg="del">
        <pc:chgData name="Maksim Akkonen" userId="a84c810a-0a4a-43a5-895c-1a025487ac6c" providerId="ADAL" clId="{EF6AEDFA-656C-4126-8FEF-B47F83E507D8}" dt="2026-06-03T12:07:10.960" v="27" actId="47"/>
        <pc:sldMkLst>
          <pc:docMk/>
          <pc:sldMk cId="2244761531" sldId="288"/>
        </pc:sldMkLst>
      </pc:sldChg>
      <pc:sldChg chg="del">
        <pc:chgData name="Maksim Akkonen" userId="a84c810a-0a4a-43a5-895c-1a025487ac6c" providerId="ADAL" clId="{EF6AEDFA-656C-4126-8FEF-B47F83E507D8}" dt="2026-06-03T12:07:10.960" v="27" actId="47"/>
        <pc:sldMkLst>
          <pc:docMk/>
          <pc:sldMk cId="829362705" sldId="289"/>
        </pc:sldMkLst>
      </pc:sldChg>
      <pc:sldChg chg="del">
        <pc:chgData name="Maksim Akkonen" userId="a84c810a-0a4a-43a5-895c-1a025487ac6c" providerId="ADAL" clId="{EF6AEDFA-656C-4126-8FEF-B47F83E507D8}" dt="2026-06-03T12:07:10.960" v="27" actId="47"/>
        <pc:sldMkLst>
          <pc:docMk/>
          <pc:sldMk cId="3048236649" sldId="290"/>
        </pc:sldMkLst>
      </pc:sldChg>
      <pc:sldChg chg="del">
        <pc:chgData name="Maksim Akkonen" userId="a84c810a-0a4a-43a5-895c-1a025487ac6c" providerId="ADAL" clId="{EF6AEDFA-656C-4126-8FEF-B47F83E507D8}" dt="2026-06-03T12:07:10.960" v="27" actId="47"/>
        <pc:sldMkLst>
          <pc:docMk/>
          <pc:sldMk cId="2821816735" sldId="298"/>
        </pc:sldMkLst>
      </pc:sldChg>
      <pc:sldChg chg="del">
        <pc:chgData name="Maksim Akkonen" userId="a84c810a-0a4a-43a5-895c-1a025487ac6c" providerId="ADAL" clId="{EF6AEDFA-656C-4126-8FEF-B47F83E507D8}" dt="2026-06-03T12:07:10.960" v="27" actId="47"/>
        <pc:sldMkLst>
          <pc:docMk/>
          <pc:sldMk cId="3858485767" sldId="300"/>
        </pc:sldMkLst>
      </pc:sldChg>
      <pc:sldChg chg="del">
        <pc:chgData name="Maksim Akkonen" userId="a84c810a-0a4a-43a5-895c-1a025487ac6c" providerId="ADAL" clId="{EF6AEDFA-656C-4126-8FEF-B47F83E507D8}" dt="2026-06-03T12:07:10.960" v="27" actId="47"/>
        <pc:sldMkLst>
          <pc:docMk/>
          <pc:sldMk cId="831733384" sldId="301"/>
        </pc:sldMkLst>
      </pc:sldChg>
      <pc:sldChg chg="del">
        <pc:chgData name="Maksim Akkonen" userId="a84c810a-0a4a-43a5-895c-1a025487ac6c" providerId="ADAL" clId="{EF6AEDFA-656C-4126-8FEF-B47F83E507D8}" dt="2026-06-03T12:07:10.960" v="27" actId="47"/>
        <pc:sldMkLst>
          <pc:docMk/>
          <pc:sldMk cId="323836270" sldId="302"/>
        </pc:sldMkLst>
      </pc:sldChg>
      <pc:sldChg chg="del">
        <pc:chgData name="Maksim Akkonen" userId="a84c810a-0a4a-43a5-895c-1a025487ac6c" providerId="ADAL" clId="{EF6AEDFA-656C-4126-8FEF-B47F83E507D8}" dt="2026-06-03T12:07:10.960" v="27" actId="47"/>
        <pc:sldMkLst>
          <pc:docMk/>
          <pc:sldMk cId="1196191522" sldId="303"/>
        </pc:sldMkLst>
      </pc:sldChg>
      <pc:sldChg chg="addSp delSp modSp del mod">
        <pc:chgData name="Maksim Akkonen" userId="a84c810a-0a4a-43a5-895c-1a025487ac6c" providerId="ADAL" clId="{EF6AEDFA-656C-4126-8FEF-B47F83E507D8}" dt="2026-06-03T12:05:42.082" v="24" actId="2696"/>
        <pc:sldMkLst>
          <pc:docMk/>
          <pc:sldMk cId="3507718482" sldId="304"/>
        </pc:sldMkLst>
        <pc:spChg chg="del mod">
          <ac:chgData name="Maksim Akkonen" userId="a84c810a-0a4a-43a5-895c-1a025487ac6c" providerId="ADAL" clId="{EF6AEDFA-656C-4126-8FEF-B47F83E507D8}" dt="2026-06-03T11:32:19.893" v="3" actId="478"/>
          <ac:spMkLst>
            <pc:docMk/>
            <pc:sldMk cId="3507718482" sldId="304"/>
            <ac:spMk id="4" creationId="{8421587F-8DFD-4A31-9931-8A346A92D87A}"/>
          </ac:spMkLst>
        </pc:spChg>
        <pc:spChg chg="add del mod">
          <ac:chgData name="Maksim Akkonen" userId="a84c810a-0a4a-43a5-895c-1a025487ac6c" providerId="ADAL" clId="{EF6AEDFA-656C-4126-8FEF-B47F83E507D8}" dt="2026-06-03T11:32:17.529" v="2" actId="478"/>
          <ac:spMkLst>
            <pc:docMk/>
            <pc:sldMk cId="3507718482" sldId="304"/>
            <ac:spMk id="6" creationId="{5B94C406-6A42-0EE3-487D-38F0DFDFC2B3}"/>
          </ac:spMkLst>
        </pc:spChg>
        <pc:spChg chg="add del mod">
          <ac:chgData name="Maksim Akkonen" userId="a84c810a-0a4a-43a5-895c-1a025487ac6c" providerId="ADAL" clId="{EF6AEDFA-656C-4126-8FEF-B47F83E507D8}" dt="2026-06-03T11:32:30.636" v="8" actId="478"/>
          <ac:spMkLst>
            <pc:docMk/>
            <pc:sldMk cId="3507718482" sldId="304"/>
            <ac:spMk id="9" creationId="{BAE99B7E-ED3C-9812-76EB-A973D864E4FB}"/>
          </ac:spMkLst>
        </pc:spChg>
        <pc:spChg chg="add del mod">
          <ac:chgData name="Maksim Akkonen" userId="a84c810a-0a4a-43a5-895c-1a025487ac6c" providerId="ADAL" clId="{EF6AEDFA-656C-4126-8FEF-B47F83E507D8}" dt="2026-06-03T11:32:28.780" v="7" actId="478"/>
          <ac:spMkLst>
            <pc:docMk/>
            <pc:sldMk cId="3507718482" sldId="304"/>
            <ac:spMk id="11" creationId="{56DB1D22-A106-9416-947B-FB3BE14DE139}"/>
          </ac:spMkLst>
        </pc:spChg>
        <pc:spChg chg="del">
          <ac:chgData name="Maksim Akkonen" userId="a84c810a-0a4a-43a5-895c-1a025487ac6c" providerId="ADAL" clId="{EF6AEDFA-656C-4126-8FEF-B47F83E507D8}" dt="2026-06-03T11:32:12.389" v="0" actId="478"/>
          <ac:spMkLst>
            <pc:docMk/>
            <pc:sldMk cId="3507718482" sldId="304"/>
            <ac:spMk id="12" creationId="{511B0752-C624-457B-B12B-B88C90BBA8D7}"/>
          </ac:spMkLst>
        </pc:spChg>
        <pc:spChg chg="add del mod">
          <ac:chgData name="Maksim Akkonen" userId="a84c810a-0a4a-43a5-895c-1a025487ac6c" providerId="ADAL" clId="{EF6AEDFA-656C-4126-8FEF-B47F83E507D8}" dt="2026-06-03T11:32:33.433" v="10" actId="478"/>
          <ac:spMkLst>
            <pc:docMk/>
            <pc:sldMk cId="3507718482" sldId="304"/>
            <ac:spMk id="14" creationId="{557B72C5-C12C-0F27-FAE9-ED8D39684156}"/>
          </ac:spMkLst>
        </pc:spChg>
        <pc:spChg chg="add del mod">
          <ac:chgData name="Maksim Akkonen" userId="a84c810a-0a4a-43a5-895c-1a025487ac6c" providerId="ADAL" clId="{EF6AEDFA-656C-4126-8FEF-B47F83E507D8}" dt="2026-06-03T11:32:43.821" v="13" actId="478"/>
          <ac:spMkLst>
            <pc:docMk/>
            <pc:sldMk cId="3507718482" sldId="304"/>
            <ac:spMk id="16" creationId="{B240824F-1075-092B-F057-277269D7222F}"/>
          </ac:spMkLst>
        </pc:spChg>
        <pc:spChg chg="add del mod">
          <ac:chgData name="Maksim Akkonen" userId="a84c810a-0a4a-43a5-895c-1a025487ac6c" providerId="ADAL" clId="{EF6AEDFA-656C-4126-8FEF-B47F83E507D8}" dt="2026-06-03T11:32:49.317" v="15" actId="478"/>
          <ac:spMkLst>
            <pc:docMk/>
            <pc:sldMk cId="3507718482" sldId="304"/>
            <ac:spMk id="18" creationId="{07E93125-043E-9738-3E1D-48414E352FE9}"/>
          </ac:spMkLst>
        </pc:spChg>
        <pc:spChg chg="add del mod">
          <ac:chgData name="Maksim Akkonen" userId="a84c810a-0a4a-43a5-895c-1a025487ac6c" providerId="ADAL" clId="{EF6AEDFA-656C-4126-8FEF-B47F83E507D8}" dt="2026-06-03T11:32:55.103" v="19" actId="478"/>
          <ac:spMkLst>
            <pc:docMk/>
            <pc:sldMk cId="3507718482" sldId="304"/>
            <ac:spMk id="20" creationId="{3DEA4674-4D2F-C4A7-694B-6BE8CCFF01BB}"/>
          </ac:spMkLst>
        </pc:spChg>
        <pc:spChg chg="add del mod">
          <ac:chgData name="Maksim Akkonen" userId="a84c810a-0a4a-43a5-895c-1a025487ac6c" providerId="ADAL" clId="{EF6AEDFA-656C-4126-8FEF-B47F83E507D8}" dt="2026-06-03T11:32:53.410" v="18" actId="478"/>
          <ac:spMkLst>
            <pc:docMk/>
            <pc:sldMk cId="3507718482" sldId="304"/>
            <ac:spMk id="22" creationId="{3FF525F4-8141-D73A-F77A-814801BB6395}"/>
          </ac:spMkLst>
        </pc:spChg>
        <pc:spChg chg="add del mod">
          <ac:chgData name="Maksim Akkonen" userId="a84c810a-0a4a-43a5-895c-1a025487ac6c" providerId="ADAL" clId="{EF6AEDFA-656C-4126-8FEF-B47F83E507D8}" dt="2026-06-03T11:33:01.706" v="21" actId="478"/>
          <ac:spMkLst>
            <pc:docMk/>
            <pc:sldMk cId="3507718482" sldId="304"/>
            <ac:spMk id="24" creationId="{54F7CF99-CF1A-6476-6411-09A15D3939FF}"/>
          </ac:spMkLst>
        </pc:spChg>
        <pc:spChg chg="del">
          <ac:chgData name="Maksim Akkonen" userId="a84c810a-0a4a-43a5-895c-1a025487ac6c" providerId="ADAL" clId="{EF6AEDFA-656C-4126-8FEF-B47F83E507D8}" dt="2026-06-03T11:32:57.323" v="20" actId="478"/>
          <ac:spMkLst>
            <pc:docMk/>
            <pc:sldMk cId="3507718482" sldId="304"/>
            <ac:spMk id="25" creationId="{6E0EDB3B-C0A8-4C28-A8CE-248E9B2BF5F1}"/>
          </ac:spMkLst>
        </pc:spChg>
        <pc:spChg chg="del">
          <ac:chgData name="Maksim Akkonen" userId="a84c810a-0a4a-43a5-895c-1a025487ac6c" providerId="ADAL" clId="{EF6AEDFA-656C-4126-8FEF-B47F83E507D8}" dt="2026-06-03T11:32:51.350" v="16" actId="478"/>
          <ac:spMkLst>
            <pc:docMk/>
            <pc:sldMk cId="3507718482" sldId="304"/>
            <ac:spMk id="26" creationId="{6446DD38-A9AC-47C3-9018-7367CED92B9D}"/>
          </ac:spMkLst>
        </pc:spChg>
        <pc:spChg chg="del mod">
          <ac:chgData name="Maksim Akkonen" userId="a84c810a-0a4a-43a5-895c-1a025487ac6c" providerId="ADAL" clId="{EF6AEDFA-656C-4126-8FEF-B47F83E507D8}" dt="2026-06-03T11:32:36.119" v="11" actId="478"/>
          <ac:spMkLst>
            <pc:docMk/>
            <pc:sldMk cId="3507718482" sldId="304"/>
            <ac:spMk id="27" creationId="{0856D9EA-5EA0-4EBE-B2BD-E08F18E8DB9D}"/>
          </ac:spMkLst>
        </pc:spChg>
        <pc:spChg chg="del">
          <ac:chgData name="Maksim Akkonen" userId="a84c810a-0a4a-43a5-895c-1a025487ac6c" providerId="ADAL" clId="{EF6AEDFA-656C-4126-8FEF-B47F83E507D8}" dt="2026-06-03T11:32:22.278" v="4" actId="478"/>
          <ac:spMkLst>
            <pc:docMk/>
            <pc:sldMk cId="3507718482" sldId="304"/>
            <ac:spMk id="28" creationId="{25D79B6A-A890-45AF-A99D-5F70F6C80238}"/>
          </ac:spMkLst>
        </pc:spChg>
        <pc:spChg chg="del">
          <ac:chgData name="Maksim Akkonen" userId="a84c810a-0a4a-43a5-895c-1a025487ac6c" providerId="ADAL" clId="{EF6AEDFA-656C-4126-8FEF-B47F83E507D8}" dt="2026-06-03T11:32:47.164" v="14" actId="478"/>
          <ac:spMkLst>
            <pc:docMk/>
            <pc:sldMk cId="3507718482" sldId="304"/>
            <ac:spMk id="29" creationId="{D8477383-390C-41CA-A296-5FBDFAD23100}"/>
          </ac:spMkLst>
        </pc:spChg>
        <pc:spChg chg="del">
          <ac:chgData name="Maksim Akkonen" userId="a84c810a-0a4a-43a5-895c-1a025487ac6c" providerId="ADAL" clId="{EF6AEDFA-656C-4126-8FEF-B47F83E507D8}" dt="2026-06-03T11:32:38.616" v="12" actId="478"/>
          <ac:spMkLst>
            <pc:docMk/>
            <pc:sldMk cId="3507718482" sldId="304"/>
            <ac:spMk id="30" creationId="{C0B07462-809B-4573-9E92-EDEE7B899091}"/>
          </ac:spMkLst>
        </pc:spChg>
        <pc:picChg chg="add del">
          <ac:chgData name="Maksim Akkonen" userId="a84c810a-0a4a-43a5-895c-1a025487ac6c" providerId="ADAL" clId="{EF6AEDFA-656C-4126-8FEF-B47F83E507D8}" dt="2026-06-03T11:32:53.410" v="18" actId="478"/>
          <ac:picMkLst>
            <pc:docMk/>
            <pc:sldMk cId="3507718482" sldId="304"/>
            <ac:picMk id="8" creationId="{A78432FC-7702-44D2-9799-5CC8D3D0C06C}"/>
          </ac:picMkLst>
        </pc:picChg>
      </pc:sldChg>
      <pc:sldChg chg="del">
        <pc:chgData name="Maksim Akkonen" userId="a84c810a-0a4a-43a5-895c-1a025487ac6c" providerId="ADAL" clId="{EF6AEDFA-656C-4126-8FEF-B47F83E507D8}" dt="2026-06-03T12:07:10.960" v="27" actId="47"/>
        <pc:sldMkLst>
          <pc:docMk/>
          <pc:sldMk cId="199679355" sldId="305"/>
        </pc:sldMkLst>
      </pc:sldChg>
      <pc:sldChg chg="del">
        <pc:chgData name="Maksim Akkonen" userId="a84c810a-0a4a-43a5-895c-1a025487ac6c" providerId="ADAL" clId="{EF6AEDFA-656C-4126-8FEF-B47F83E507D8}" dt="2026-06-03T12:07:10.960" v="27" actId="47"/>
        <pc:sldMkLst>
          <pc:docMk/>
          <pc:sldMk cId="3460694604" sldId="306"/>
        </pc:sldMkLst>
      </pc:sldChg>
      <pc:sldChg chg="del">
        <pc:chgData name="Maksim Akkonen" userId="a84c810a-0a4a-43a5-895c-1a025487ac6c" providerId="ADAL" clId="{EF6AEDFA-656C-4126-8FEF-B47F83E507D8}" dt="2026-06-03T12:07:10.960" v="27" actId="47"/>
        <pc:sldMkLst>
          <pc:docMk/>
          <pc:sldMk cId="827597671" sldId="307"/>
        </pc:sldMkLst>
      </pc:sldChg>
      <pc:sldChg chg="del">
        <pc:chgData name="Maksim Akkonen" userId="a84c810a-0a4a-43a5-895c-1a025487ac6c" providerId="ADAL" clId="{EF6AEDFA-656C-4126-8FEF-B47F83E507D8}" dt="2026-06-03T12:07:10.960" v="27" actId="47"/>
        <pc:sldMkLst>
          <pc:docMk/>
          <pc:sldMk cId="1689019211" sldId="309"/>
        </pc:sldMkLst>
      </pc:sldChg>
      <pc:sldChg chg="addSp delSp modSp mod ord">
        <pc:chgData name="Maksim Akkonen" userId="a84c810a-0a4a-43a5-895c-1a025487ac6c" providerId="ADAL" clId="{EF6AEDFA-656C-4126-8FEF-B47F83E507D8}" dt="2026-06-03T13:49:47.060" v="135"/>
        <pc:sldMkLst>
          <pc:docMk/>
          <pc:sldMk cId="1839708034" sldId="310"/>
        </pc:sldMkLst>
        <pc:spChg chg="add mod">
          <ac:chgData name="Maksim Akkonen" userId="a84c810a-0a4a-43a5-895c-1a025487ac6c" providerId="ADAL" clId="{EF6AEDFA-656C-4126-8FEF-B47F83E507D8}" dt="2026-06-03T13:33:56.058" v="130" actId="14100"/>
          <ac:spMkLst>
            <pc:docMk/>
            <pc:sldMk cId="1839708034" sldId="310"/>
            <ac:spMk id="2" creationId="{F53178A4-688A-D719-4DAB-059A89B68AB4}"/>
          </ac:spMkLst>
        </pc:spChg>
        <pc:spChg chg="add del mod">
          <ac:chgData name="Maksim Akkonen" userId="a84c810a-0a4a-43a5-895c-1a025487ac6c" providerId="ADAL" clId="{EF6AEDFA-656C-4126-8FEF-B47F83E507D8}" dt="2026-06-03T12:16:19.233" v="35" actId="478"/>
          <ac:spMkLst>
            <pc:docMk/>
            <pc:sldMk cId="1839708034" sldId="310"/>
            <ac:spMk id="4" creationId="{988BA7F2-15AD-B74D-3373-A26BDD205C12}"/>
          </ac:spMkLst>
        </pc:spChg>
        <pc:spChg chg="add del mod">
          <ac:chgData name="Maksim Akkonen" userId="a84c810a-0a4a-43a5-895c-1a025487ac6c" providerId="ADAL" clId="{EF6AEDFA-656C-4126-8FEF-B47F83E507D8}" dt="2026-06-03T12:17:11.297" v="45" actId="478"/>
          <ac:spMkLst>
            <pc:docMk/>
            <pc:sldMk cId="1839708034" sldId="310"/>
            <ac:spMk id="6" creationId="{8255911D-93A6-0CE3-192A-D38BCA1920CC}"/>
          </ac:spMkLst>
        </pc:spChg>
        <pc:spChg chg="add mod">
          <ac:chgData name="Maksim Akkonen" userId="a84c810a-0a4a-43a5-895c-1a025487ac6c" providerId="ADAL" clId="{EF6AEDFA-656C-4126-8FEF-B47F83E507D8}" dt="2026-06-03T13:33:12.289" v="126" actId="27636"/>
          <ac:spMkLst>
            <pc:docMk/>
            <pc:sldMk cId="1839708034" sldId="310"/>
            <ac:spMk id="7" creationId="{B59E3E41-2C2C-689E-1D4F-81CCAEB470D5}"/>
          </ac:spMkLst>
        </pc:spChg>
        <pc:spChg chg="del mod">
          <ac:chgData name="Maksim Akkonen" userId="a84c810a-0a4a-43a5-895c-1a025487ac6c" providerId="ADAL" clId="{EF6AEDFA-656C-4126-8FEF-B47F83E507D8}" dt="2026-06-03T12:17:09.269" v="44" actId="478"/>
          <ac:spMkLst>
            <pc:docMk/>
            <pc:sldMk cId="1839708034" sldId="310"/>
            <ac:spMk id="22" creationId="{0C8FA207-53D3-4237-A057-8F03251DDE37}"/>
          </ac:spMkLst>
        </pc:spChg>
        <pc:spChg chg="mod">
          <ac:chgData name="Maksim Akkonen" userId="a84c810a-0a4a-43a5-895c-1a025487ac6c" providerId="ADAL" clId="{EF6AEDFA-656C-4126-8FEF-B47F83E507D8}" dt="2026-06-03T12:22:15.040" v="69" actId="1076"/>
          <ac:spMkLst>
            <pc:docMk/>
            <pc:sldMk cId="1839708034" sldId="310"/>
            <ac:spMk id="34" creationId="{17B7CBFC-65A2-4AB4-BE48-C580D13CAE3B}"/>
          </ac:spMkLst>
        </pc:spChg>
        <pc:spChg chg="mod">
          <ac:chgData name="Maksim Akkonen" userId="a84c810a-0a4a-43a5-895c-1a025487ac6c" providerId="ADAL" clId="{EF6AEDFA-656C-4126-8FEF-B47F83E507D8}" dt="2026-06-03T13:33:35.794" v="129" actId="14100"/>
          <ac:spMkLst>
            <pc:docMk/>
            <pc:sldMk cId="1839708034" sldId="310"/>
            <ac:spMk id="36" creationId="{D2B40CBE-DEC8-4A9F-AF68-3DABE42C7EE3}"/>
          </ac:spMkLst>
        </pc:spChg>
        <pc:picChg chg="del">
          <ac:chgData name="Maksim Akkonen" userId="a84c810a-0a4a-43a5-895c-1a025487ac6c" providerId="ADAL" clId="{EF6AEDFA-656C-4126-8FEF-B47F83E507D8}" dt="2026-06-03T12:16:16.682" v="34" actId="478"/>
          <ac:picMkLst>
            <pc:docMk/>
            <pc:sldMk cId="1839708034" sldId="310"/>
            <ac:picMk id="52" creationId="{FB984F8E-E35E-4C11-86D8-AC8E1328E99E}"/>
          </ac:picMkLst>
        </pc:picChg>
      </pc:sldChg>
      <pc:sldChg chg="addSp delSp modSp mod ord">
        <pc:chgData name="Maksim Akkonen" userId="a84c810a-0a4a-43a5-895c-1a025487ac6c" providerId="ADAL" clId="{EF6AEDFA-656C-4126-8FEF-B47F83E507D8}" dt="2026-06-03T12:30:49.766" v="118" actId="20577"/>
        <pc:sldMkLst>
          <pc:docMk/>
          <pc:sldMk cId="123198274" sldId="314"/>
        </pc:sldMkLst>
        <pc:spChg chg="mod">
          <ac:chgData name="Maksim Akkonen" userId="a84c810a-0a4a-43a5-895c-1a025487ac6c" providerId="ADAL" clId="{EF6AEDFA-656C-4126-8FEF-B47F83E507D8}" dt="2026-06-03T12:29:49.154" v="113" actId="1076"/>
          <ac:spMkLst>
            <pc:docMk/>
            <pc:sldMk cId="123198274" sldId="314"/>
            <ac:spMk id="2" creationId="{5A885FC1-EB00-2395-C511-C4167C757EB6}"/>
          </ac:spMkLst>
        </pc:spChg>
        <pc:spChg chg="del">
          <ac:chgData name="Maksim Akkonen" userId="a84c810a-0a4a-43a5-895c-1a025487ac6c" providerId="ADAL" clId="{EF6AEDFA-656C-4126-8FEF-B47F83E507D8}" dt="2026-06-03T12:29:10.098" v="97" actId="478"/>
          <ac:spMkLst>
            <pc:docMk/>
            <pc:sldMk cId="123198274" sldId="314"/>
            <ac:spMk id="3" creationId="{BF855C87-1B4D-529C-1F9A-F89183C4E3D5}"/>
          </ac:spMkLst>
        </pc:spChg>
        <pc:spChg chg="add del mod">
          <ac:chgData name="Maksim Akkonen" userId="a84c810a-0a4a-43a5-895c-1a025487ac6c" providerId="ADAL" clId="{EF6AEDFA-656C-4126-8FEF-B47F83E507D8}" dt="2026-06-03T12:28:58.266" v="96" actId="478"/>
          <ac:spMkLst>
            <pc:docMk/>
            <pc:sldMk cId="123198274" sldId="314"/>
            <ac:spMk id="5" creationId="{8733D402-8348-550B-44C4-54C46FE6C5BA}"/>
          </ac:spMkLst>
        </pc:spChg>
        <pc:spChg chg="add del mod">
          <ac:chgData name="Maksim Akkonen" userId="a84c810a-0a4a-43a5-895c-1a025487ac6c" providerId="ADAL" clId="{EF6AEDFA-656C-4126-8FEF-B47F83E507D8}" dt="2026-06-03T12:29:11.798" v="98" actId="478"/>
          <ac:spMkLst>
            <pc:docMk/>
            <pc:sldMk cId="123198274" sldId="314"/>
            <ac:spMk id="8" creationId="{EFA54C3A-968D-9936-0CA2-33A081690A95}"/>
          </ac:spMkLst>
        </pc:spChg>
        <pc:spChg chg="mod">
          <ac:chgData name="Maksim Akkonen" userId="a84c810a-0a4a-43a5-895c-1a025487ac6c" providerId="ADAL" clId="{EF6AEDFA-656C-4126-8FEF-B47F83E507D8}" dt="2026-06-03T12:30:49.766" v="118" actId="20577"/>
          <ac:spMkLst>
            <pc:docMk/>
            <pc:sldMk cId="123198274" sldId="314"/>
            <ac:spMk id="10" creationId="{2D595137-A18B-6D66-AEBC-009684E1D868}"/>
          </ac:spMkLst>
        </pc:spChg>
        <pc:spChg chg="del">
          <ac:chgData name="Maksim Akkonen" userId="a84c810a-0a4a-43a5-895c-1a025487ac6c" providerId="ADAL" clId="{EF6AEDFA-656C-4126-8FEF-B47F83E507D8}" dt="2026-06-03T12:29:16.133" v="99" actId="478"/>
          <ac:spMkLst>
            <pc:docMk/>
            <pc:sldMk cId="123198274" sldId="314"/>
            <ac:spMk id="12" creationId="{54548CAD-B6F3-A0A2-0E74-1B64F25FF9F4}"/>
          </ac:spMkLst>
        </pc:spChg>
        <pc:spChg chg="add del mod">
          <ac:chgData name="Maksim Akkonen" userId="a84c810a-0a4a-43a5-895c-1a025487ac6c" providerId="ADAL" clId="{EF6AEDFA-656C-4126-8FEF-B47F83E507D8}" dt="2026-06-03T12:29:16.981" v="100" actId="478"/>
          <ac:spMkLst>
            <pc:docMk/>
            <pc:sldMk cId="123198274" sldId="314"/>
            <ac:spMk id="14" creationId="{E40BA9FD-05B8-E0AC-E037-7FD40BAC6CB7}"/>
          </ac:spMkLst>
        </pc:spChg>
        <pc:spChg chg="add del mod">
          <ac:chgData name="Maksim Akkonen" userId="a84c810a-0a4a-43a5-895c-1a025487ac6c" providerId="ADAL" clId="{EF6AEDFA-656C-4126-8FEF-B47F83E507D8}" dt="2026-06-03T12:29:17.857" v="101" actId="478"/>
          <ac:spMkLst>
            <pc:docMk/>
            <pc:sldMk cId="123198274" sldId="314"/>
            <ac:spMk id="16" creationId="{131C3403-0D91-238E-7DB0-FFA62324A73E}"/>
          </ac:spMkLst>
        </pc:spChg>
        <pc:spChg chg="add del mod">
          <ac:chgData name="Maksim Akkonen" userId="a84c810a-0a4a-43a5-895c-1a025487ac6c" providerId="ADAL" clId="{EF6AEDFA-656C-4126-8FEF-B47F83E507D8}" dt="2026-06-03T12:29:18.572" v="102" actId="478"/>
          <ac:spMkLst>
            <pc:docMk/>
            <pc:sldMk cId="123198274" sldId="314"/>
            <ac:spMk id="18" creationId="{A05C0BF4-DA0F-7C06-598A-C2CF3A931CB8}"/>
          </ac:spMkLst>
        </pc:spChg>
        <pc:spChg chg="add del mod">
          <ac:chgData name="Maksim Akkonen" userId="a84c810a-0a4a-43a5-895c-1a025487ac6c" providerId="ADAL" clId="{EF6AEDFA-656C-4126-8FEF-B47F83E507D8}" dt="2026-06-03T12:29:19.362" v="103" actId="478"/>
          <ac:spMkLst>
            <pc:docMk/>
            <pc:sldMk cId="123198274" sldId="314"/>
            <ac:spMk id="20" creationId="{F0CBF702-6CA0-B6B0-18CE-450A8E41330A}"/>
          </ac:spMkLst>
        </pc:spChg>
        <pc:spChg chg="del">
          <ac:chgData name="Maksim Akkonen" userId="a84c810a-0a4a-43a5-895c-1a025487ac6c" providerId="ADAL" clId="{EF6AEDFA-656C-4126-8FEF-B47F83E507D8}" dt="2026-06-03T12:29:10.098" v="97" actId="478"/>
          <ac:spMkLst>
            <pc:docMk/>
            <pc:sldMk cId="123198274" sldId="314"/>
            <ac:spMk id="21" creationId="{7D0E370F-B4CF-D6B3-AE73-D8379B575271}"/>
          </ac:spMkLst>
        </pc:spChg>
        <pc:spChg chg="del">
          <ac:chgData name="Maksim Akkonen" userId="a84c810a-0a4a-43a5-895c-1a025487ac6c" providerId="ADAL" clId="{EF6AEDFA-656C-4126-8FEF-B47F83E507D8}" dt="2026-06-03T12:29:10.098" v="97" actId="478"/>
          <ac:spMkLst>
            <pc:docMk/>
            <pc:sldMk cId="123198274" sldId="314"/>
            <ac:spMk id="22" creationId="{FFD83B5F-F14D-E1A4-DF4C-9BF216B3CCEB}"/>
          </ac:spMkLst>
        </pc:spChg>
        <pc:spChg chg="del">
          <ac:chgData name="Maksim Akkonen" userId="a84c810a-0a4a-43a5-895c-1a025487ac6c" providerId="ADAL" clId="{EF6AEDFA-656C-4126-8FEF-B47F83E507D8}" dt="2026-06-03T12:29:10.098" v="97" actId="478"/>
          <ac:spMkLst>
            <pc:docMk/>
            <pc:sldMk cId="123198274" sldId="314"/>
            <ac:spMk id="23" creationId="{3E8D7BBE-CA17-649E-4BD4-2F57E4BF0C3D}"/>
          </ac:spMkLst>
        </pc:spChg>
        <pc:spChg chg="del">
          <ac:chgData name="Maksim Akkonen" userId="a84c810a-0a4a-43a5-895c-1a025487ac6c" providerId="ADAL" clId="{EF6AEDFA-656C-4126-8FEF-B47F83E507D8}" dt="2026-06-03T12:29:10.098" v="97" actId="478"/>
          <ac:spMkLst>
            <pc:docMk/>
            <pc:sldMk cId="123198274" sldId="314"/>
            <ac:spMk id="24" creationId="{11E353FA-9C4B-7A1B-D7F0-992B00767FB9}"/>
          </ac:spMkLst>
        </pc:spChg>
        <pc:spChg chg="del">
          <ac:chgData name="Maksim Akkonen" userId="a84c810a-0a4a-43a5-895c-1a025487ac6c" providerId="ADAL" clId="{EF6AEDFA-656C-4126-8FEF-B47F83E507D8}" dt="2026-06-03T12:29:27.266" v="104" actId="478"/>
          <ac:spMkLst>
            <pc:docMk/>
            <pc:sldMk cId="123198274" sldId="314"/>
            <ac:spMk id="27" creationId="{E91642E8-8396-B251-66C7-E51EC0E9FD83}"/>
          </ac:spMkLst>
        </pc:spChg>
        <pc:spChg chg="add del mod">
          <ac:chgData name="Maksim Akkonen" userId="a84c810a-0a4a-43a5-895c-1a025487ac6c" providerId="ADAL" clId="{EF6AEDFA-656C-4126-8FEF-B47F83E507D8}" dt="2026-06-03T12:29:28.534" v="105" actId="478"/>
          <ac:spMkLst>
            <pc:docMk/>
            <pc:sldMk cId="123198274" sldId="314"/>
            <ac:spMk id="29" creationId="{5E64948E-320E-FD8E-C3A6-7A925E3FE015}"/>
          </ac:spMkLst>
        </pc:spChg>
        <pc:picChg chg="del">
          <ac:chgData name="Maksim Akkonen" userId="a84c810a-0a4a-43a5-895c-1a025487ac6c" providerId="ADAL" clId="{EF6AEDFA-656C-4126-8FEF-B47F83E507D8}" dt="2026-06-03T12:28:56.189" v="95" actId="478"/>
          <ac:picMkLst>
            <pc:docMk/>
            <pc:sldMk cId="123198274" sldId="314"/>
            <ac:picMk id="7" creationId="{F314BFF1-78A2-9505-34C9-FE341FB821C9}"/>
          </ac:picMkLst>
        </pc:picChg>
      </pc:sldChg>
      <pc:sldChg chg="del">
        <pc:chgData name="Maksim Akkonen" userId="a84c810a-0a4a-43a5-895c-1a025487ac6c" providerId="ADAL" clId="{EF6AEDFA-656C-4126-8FEF-B47F83E507D8}" dt="2026-06-03T12:07:10.960" v="27" actId="47"/>
        <pc:sldMkLst>
          <pc:docMk/>
          <pc:sldMk cId="808981445" sldId="315"/>
        </pc:sldMkLst>
      </pc:sldChg>
      <pc:sldChg chg="ord">
        <pc:chgData name="Maksim Akkonen" userId="a84c810a-0a4a-43a5-895c-1a025487ac6c" providerId="ADAL" clId="{EF6AEDFA-656C-4126-8FEF-B47F83E507D8}" dt="2026-06-03T13:49:41.397" v="133"/>
        <pc:sldMkLst>
          <pc:docMk/>
          <pc:sldMk cId="494366083" sldId="317"/>
        </pc:sldMkLst>
      </pc:sldChg>
      <pc:sldChg chg="mod modShow">
        <pc:chgData name="Maksim Akkonen" userId="a84c810a-0a4a-43a5-895c-1a025487ac6c" providerId="ADAL" clId="{EF6AEDFA-656C-4126-8FEF-B47F83E507D8}" dt="2026-06-03T12:24:18.472" v="87" actId="729"/>
        <pc:sldMkLst>
          <pc:docMk/>
          <pc:sldMk cId="358118269" sldId="318"/>
        </pc:sldMkLst>
      </pc:sldChg>
      <pc:sldChg chg="delSp add mod modShow">
        <pc:chgData name="Maksim Akkonen" userId="a84c810a-0a4a-43a5-895c-1a025487ac6c" providerId="ADAL" clId="{EF6AEDFA-656C-4126-8FEF-B47F83E507D8}" dt="2026-06-03T12:23:30.521" v="82" actId="478"/>
        <pc:sldMkLst>
          <pc:docMk/>
          <pc:sldMk cId="1234088270" sldId="320"/>
        </pc:sldMkLst>
        <pc:spChg chg="del">
          <ac:chgData name="Maksim Akkonen" userId="a84c810a-0a4a-43a5-895c-1a025487ac6c" providerId="ADAL" clId="{EF6AEDFA-656C-4126-8FEF-B47F83E507D8}" dt="2026-06-03T12:23:30.521" v="82" actId="478"/>
          <ac:spMkLst>
            <pc:docMk/>
            <pc:sldMk cId="1234088270" sldId="320"/>
            <ac:spMk id="43" creationId="{0069E16B-D01D-4956-97FF-736360826B45}"/>
          </ac:spMkLst>
        </pc:spChg>
        <pc:spChg chg="del">
          <ac:chgData name="Maksim Akkonen" userId="a84c810a-0a4a-43a5-895c-1a025487ac6c" providerId="ADAL" clId="{EF6AEDFA-656C-4126-8FEF-B47F83E507D8}" dt="2026-06-03T12:23:27.457" v="81" actId="478"/>
          <ac:spMkLst>
            <pc:docMk/>
            <pc:sldMk cId="1234088270" sldId="320"/>
            <ac:spMk id="44" creationId="{33065600-E909-4725-88CF-C309407E3E51}"/>
          </ac:spMkLst>
        </pc:spChg>
      </pc:sldChg>
      <pc:sldChg chg="add ord">
        <pc:chgData name="Maksim Akkonen" userId="a84c810a-0a4a-43a5-895c-1a025487ac6c" providerId="ADAL" clId="{EF6AEDFA-656C-4126-8FEF-B47F83E507D8}" dt="2026-06-03T12:23:40.787" v="84"/>
        <pc:sldMkLst>
          <pc:docMk/>
          <pc:sldMk cId="1229207061" sldId="321"/>
        </pc:sldMkLst>
      </pc:sldChg>
      <pc:sldChg chg="new del ord">
        <pc:chgData name="Maksim Akkonen" userId="a84c810a-0a4a-43a5-895c-1a025487ac6c" providerId="ADAL" clId="{EF6AEDFA-656C-4126-8FEF-B47F83E507D8}" dt="2026-06-03T13:33:03.810" v="123" actId="47"/>
        <pc:sldMkLst>
          <pc:docMk/>
          <pc:sldMk cId="2212888153" sldId="323"/>
        </pc:sldMkLst>
      </pc:sldChg>
      <pc:sldChg chg="add mod ord modShow">
        <pc:chgData name="Maksim Akkonen" userId="a84c810a-0a4a-43a5-895c-1a025487ac6c" providerId="ADAL" clId="{EF6AEDFA-656C-4126-8FEF-B47F83E507D8}" dt="2026-06-03T13:49:50.604" v="137"/>
        <pc:sldMkLst>
          <pc:docMk/>
          <pc:sldMk cId="10663314" sldId="32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031A82-4A00-4794-A488-59AC186D7CF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1C85656-A361-4B32-99B1-66591145F7D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14AEED-FF0D-4512-BD5F-9F077F06D9A7}" type="datetimeFigureOut">
              <a:rPr lang="en-US" smtClean="0"/>
              <a:t>6/3/2026</a:t>
            </a:fld>
            <a:endParaRPr lang="en-US"/>
          </a:p>
        </p:txBody>
      </p:sp>
      <p:sp>
        <p:nvSpPr>
          <p:cNvPr id="4" name="Footer Placeholder 3">
            <a:extLst>
              <a:ext uri="{FF2B5EF4-FFF2-40B4-BE49-F238E27FC236}">
                <a16:creationId xmlns:a16="http://schemas.microsoft.com/office/drawing/2014/main" id="{C51AFD4F-E871-421C-96C6-CCFAA872CB3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0FE0EF6-A335-4727-9E75-458707395E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7C8AB8-F519-4C44-A217-B2548CA6E52D}" type="slidenum">
              <a:rPr lang="en-US" smtClean="0"/>
              <a:t>‹#›</a:t>
            </a:fld>
            <a:endParaRPr lang="en-US"/>
          </a:p>
        </p:txBody>
      </p:sp>
    </p:spTree>
    <p:extLst>
      <p:ext uri="{BB962C8B-B14F-4D97-AF65-F5344CB8AC3E}">
        <p14:creationId xmlns:p14="http://schemas.microsoft.com/office/powerpoint/2010/main" val="2816409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AF9B45-E22A-4A9C-91D5-81685A72A6FA}"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303549-A82F-409E-AD53-534267A0E10B}" type="slidenum">
              <a:rPr lang="en-US" smtClean="0"/>
              <a:t>‹#›</a:t>
            </a:fld>
            <a:endParaRPr lang="en-US"/>
          </a:p>
        </p:txBody>
      </p:sp>
    </p:spTree>
    <p:extLst>
      <p:ext uri="{BB962C8B-B14F-4D97-AF65-F5344CB8AC3E}">
        <p14:creationId xmlns:p14="http://schemas.microsoft.com/office/powerpoint/2010/main" val="4086649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a:p>
        </p:txBody>
      </p:sp>
      <p:sp>
        <p:nvSpPr>
          <p:cNvPr id="4" name="Slide Number Placeholder 3"/>
          <p:cNvSpPr>
            <a:spLocks noGrp="1"/>
          </p:cNvSpPr>
          <p:nvPr>
            <p:ph type="sldNum" sz="quarter" idx="5"/>
          </p:nvPr>
        </p:nvSpPr>
        <p:spPr/>
        <p:txBody>
          <a:bodyPr/>
          <a:lstStyle/>
          <a:p>
            <a:fld id="{22303549-A82F-409E-AD53-534267A0E10B}" type="slidenum">
              <a:rPr lang="en-US" smtClean="0"/>
              <a:t>1</a:t>
            </a:fld>
            <a:endParaRPr lang="en-US"/>
          </a:p>
        </p:txBody>
      </p:sp>
    </p:spTree>
    <p:extLst>
      <p:ext uri="{BB962C8B-B14F-4D97-AF65-F5344CB8AC3E}">
        <p14:creationId xmlns:p14="http://schemas.microsoft.com/office/powerpoint/2010/main" val="375703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a:p>
        </p:txBody>
      </p:sp>
      <p:sp>
        <p:nvSpPr>
          <p:cNvPr id="4" name="Slide Number Placeholder 3"/>
          <p:cNvSpPr>
            <a:spLocks noGrp="1"/>
          </p:cNvSpPr>
          <p:nvPr>
            <p:ph type="sldNum" sz="quarter" idx="5"/>
          </p:nvPr>
        </p:nvSpPr>
        <p:spPr/>
        <p:txBody>
          <a:bodyPr/>
          <a:lstStyle/>
          <a:p>
            <a:fld id="{22303549-A82F-409E-AD53-534267A0E10B}" type="slidenum">
              <a:rPr lang="en-US" smtClean="0"/>
              <a:t>3</a:t>
            </a:fld>
            <a:endParaRPr lang="en-US"/>
          </a:p>
        </p:txBody>
      </p:sp>
    </p:spTree>
    <p:extLst>
      <p:ext uri="{BB962C8B-B14F-4D97-AF65-F5344CB8AC3E}">
        <p14:creationId xmlns:p14="http://schemas.microsoft.com/office/powerpoint/2010/main" val="123611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CDEC7-7A42-6631-4758-E583F62E4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F5EB7-0D54-C226-446D-10214227B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DA346D-92BE-7600-CABE-2104397C0480}"/>
              </a:ext>
            </a:extLst>
          </p:cNvPr>
          <p:cNvSpPr>
            <a:spLocks noGrp="1"/>
          </p:cNvSpPr>
          <p:nvPr>
            <p:ph type="body" idx="1"/>
          </p:nvPr>
        </p:nvSpPr>
        <p:spPr/>
        <p:txBody>
          <a:bodyPr/>
          <a:lstStyle/>
          <a:p>
            <a:endParaRPr lang="en-FI"/>
          </a:p>
        </p:txBody>
      </p:sp>
      <p:sp>
        <p:nvSpPr>
          <p:cNvPr id="4" name="Slide Number Placeholder 3">
            <a:extLst>
              <a:ext uri="{FF2B5EF4-FFF2-40B4-BE49-F238E27FC236}">
                <a16:creationId xmlns:a16="http://schemas.microsoft.com/office/drawing/2014/main" id="{3CE9E0BC-903D-EA32-B431-601A865C06C3}"/>
              </a:ext>
            </a:extLst>
          </p:cNvPr>
          <p:cNvSpPr>
            <a:spLocks noGrp="1"/>
          </p:cNvSpPr>
          <p:nvPr>
            <p:ph type="sldNum" sz="quarter" idx="5"/>
          </p:nvPr>
        </p:nvSpPr>
        <p:spPr/>
        <p:txBody>
          <a:bodyPr/>
          <a:lstStyle/>
          <a:p>
            <a:fld id="{22303549-A82F-409E-AD53-534267A0E10B}" type="slidenum">
              <a:rPr lang="en-US" smtClean="0"/>
              <a:t>4</a:t>
            </a:fld>
            <a:endParaRPr lang="en-US"/>
          </a:p>
        </p:txBody>
      </p:sp>
    </p:spTree>
    <p:extLst>
      <p:ext uri="{BB962C8B-B14F-4D97-AF65-F5344CB8AC3E}">
        <p14:creationId xmlns:p14="http://schemas.microsoft.com/office/powerpoint/2010/main" val="2611054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a:p>
        </p:txBody>
      </p:sp>
      <p:sp>
        <p:nvSpPr>
          <p:cNvPr id="4" name="Slide Number Placeholder 3"/>
          <p:cNvSpPr>
            <a:spLocks noGrp="1"/>
          </p:cNvSpPr>
          <p:nvPr>
            <p:ph type="sldNum" sz="quarter" idx="5"/>
          </p:nvPr>
        </p:nvSpPr>
        <p:spPr/>
        <p:txBody>
          <a:bodyPr/>
          <a:lstStyle/>
          <a:p>
            <a:fld id="{22303549-A82F-409E-AD53-534267A0E10B}" type="slidenum">
              <a:rPr lang="en-US" smtClean="0"/>
              <a:t>9</a:t>
            </a:fld>
            <a:endParaRPr lang="en-US"/>
          </a:p>
        </p:txBody>
      </p:sp>
    </p:spTree>
    <p:extLst>
      <p:ext uri="{BB962C8B-B14F-4D97-AF65-F5344CB8AC3E}">
        <p14:creationId xmlns:p14="http://schemas.microsoft.com/office/powerpoint/2010/main" val="2578934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Challenges:</a:t>
            </a:r>
          </a:p>
          <a:p>
            <a:r>
              <a:rPr lang="en-US">
                <a:latin typeface="Selawik" panose="020B0502040204020203" pitchFamily="34" charset="0"/>
              </a:rPr>
              <a:t>The most challenging aspect of the project was the ETL development process. Transforming data from a highly normalized transactional database into a business-friendly dimensional model required extensive planning, mapping, and testing. Special attention was given to joining data from multiple source tables, creating dimension and fact records, handling date and time transformations, and ensuring that the warehouse accurately reflected the source system. </a:t>
            </a:r>
          </a:p>
          <a:p>
            <a:endParaRPr lang="en-US">
              <a:latin typeface="Selawik" panose="020B0502040204020203" pitchFamily="34" charset="0"/>
            </a:endParaRPr>
          </a:p>
          <a:p>
            <a:r>
              <a:rPr lang="en-US">
                <a:latin typeface="Selawik" panose="020B0502040204020203" pitchFamily="34" charset="0"/>
              </a:rPr>
              <a:t>Additional effort was spent on data validation, source-to-target reconciliation, and designing a strategy for future incremental loads. These challenges provided practical experience in real-world ETL workflows and highlighted the importance of data quality, consistency, and maintainability in data warehouse solutions.</a:t>
            </a:r>
          </a:p>
        </p:txBody>
      </p:sp>
      <p:sp>
        <p:nvSpPr>
          <p:cNvPr id="4" name="Slide Number Placeholder 3"/>
          <p:cNvSpPr>
            <a:spLocks noGrp="1"/>
          </p:cNvSpPr>
          <p:nvPr>
            <p:ph type="sldNum" sz="quarter" idx="5"/>
          </p:nvPr>
        </p:nvSpPr>
        <p:spPr/>
        <p:txBody>
          <a:bodyPr/>
          <a:lstStyle/>
          <a:p>
            <a:fld id="{22303549-A82F-409E-AD53-534267A0E10B}" type="slidenum">
              <a:rPr lang="en-US" smtClean="0"/>
              <a:t>10</a:t>
            </a:fld>
            <a:endParaRPr lang="en-US"/>
          </a:p>
        </p:txBody>
      </p:sp>
    </p:spTree>
    <p:extLst>
      <p:ext uri="{BB962C8B-B14F-4D97-AF65-F5344CB8AC3E}">
        <p14:creationId xmlns:p14="http://schemas.microsoft.com/office/powerpoint/2010/main" val="3345341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379641C-8260-44A4-9F71-E216C07A38B4}"/>
              </a:ext>
            </a:extLst>
          </p:cNvPr>
          <p:cNvSpPr>
            <a:spLocks noGrp="1"/>
          </p:cNvSpPr>
          <p:nvPr>
            <p:ph type="pic" sz="quarter" idx="14"/>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6858000 h 6858000"/>
              <a:gd name="connsiteX3" fmla="*/ 0 w 12188952"/>
              <a:gd name="connsiteY3" fmla="*/ 6858000 h 6858000"/>
              <a:gd name="connsiteX4" fmla="*/ 0 w 12188952"/>
              <a:gd name="connsiteY4" fmla="*/ 4416742 h 6858000"/>
              <a:gd name="connsiteX5" fmla="*/ 9142476 w 12188952"/>
              <a:gd name="connsiteY5" fmla="*/ 4416742 h 6858000"/>
              <a:gd name="connsiteX6" fmla="*/ 9142476 w 12188952"/>
              <a:gd name="connsiteY6" fmla="*/ 4188142 h 6858000"/>
              <a:gd name="connsiteX7" fmla="*/ 0 w 12188952"/>
              <a:gd name="connsiteY7" fmla="*/ 41881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6858000"/>
                </a:lnTo>
                <a:lnTo>
                  <a:pt x="0" y="6858000"/>
                </a:lnTo>
                <a:lnTo>
                  <a:pt x="0" y="4416742"/>
                </a:lnTo>
                <a:lnTo>
                  <a:pt x="9142476" y="4416742"/>
                </a:lnTo>
                <a:lnTo>
                  <a:pt x="9142476" y="4188142"/>
                </a:lnTo>
                <a:lnTo>
                  <a:pt x="0" y="4188142"/>
                </a:lnTo>
                <a:close/>
              </a:path>
            </a:pathLst>
          </a:custGeom>
          <a:solidFill>
            <a:schemeClr val="accent6">
              <a:lumMod val="20000"/>
              <a:lumOff val="8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838200" y="4636008"/>
            <a:ext cx="9144000" cy="1107959"/>
          </a:xfrm>
        </p:spPr>
        <p:txBody>
          <a:bodyPr anchor="b" anchorCtr="0"/>
          <a:lstStyle>
            <a:lvl1pPr algn="l">
              <a:defRPr sz="6000">
                <a:solidFill>
                  <a:schemeClr val="bg1"/>
                </a:solidFill>
              </a:defRPr>
            </a:lvl1pPr>
          </a:lstStyle>
          <a:p>
            <a:r>
              <a:rPr lang="en-US"/>
              <a:t>CLICK TO EDIT TITLE</a:t>
            </a:r>
          </a:p>
        </p:txBody>
      </p:sp>
      <p:sp>
        <p:nvSpPr>
          <p:cNvPr id="12" name="Text Placeholder 11">
            <a:extLst>
              <a:ext uri="{FF2B5EF4-FFF2-40B4-BE49-F238E27FC236}">
                <a16:creationId xmlns:a16="http://schemas.microsoft.com/office/drawing/2014/main" id="{779D466B-640E-419A-8701-FA39B12DD959}"/>
              </a:ext>
            </a:extLst>
          </p:cNvPr>
          <p:cNvSpPr>
            <a:spLocks noGrp="1"/>
          </p:cNvSpPr>
          <p:nvPr>
            <p:ph type="body" sz="quarter" idx="13" hasCustomPrompt="1"/>
          </p:nvPr>
        </p:nvSpPr>
        <p:spPr>
          <a:xfrm>
            <a:off x="841248" y="5742432"/>
            <a:ext cx="7953375" cy="457200"/>
          </a:xfrm>
        </p:spPr>
        <p:txBody>
          <a:bodyPr>
            <a:noAutofit/>
          </a:bodyPr>
          <a:lstStyle>
            <a:lvl1pPr marL="0" indent="0">
              <a:buNone/>
              <a:defRPr sz="1800">
                <a:solidFill>
                  <a:schemeClr val="bg1"/>
                </a:solidFill>
                <a:latin typeface="+mn-lt"/>
              </a:defRPr>
            </a:lvl1pPr>
            <a:lvl2pPr marL="457200" indent="0">
              <a:buNone/>
              <a:defRPr sz="2400">
                <a:solidFill>
                  <a:schemeClr val="bg1"/>
                </a:solidFill>
                <a:latin typeface="+mn-lt"/>
              </a:defRPr>
            </a:lvl2pPr>
            <a:lvl3pPr marL="914400" indent="0">
              <a:buNone/>
              <a:defRPr sz="2400">
                <a:solidFill>
                  <a:schemeClr val="bg1"/>
                </a:solidFill>
                <a:latin typeface="+mn-lt"/>
              </a:defRPr>
            </a:lvl3pPr>
            <a:lvl4pPr marL="1371600" indent="0">
              <a:buNone/>
              <a:defRPr sz="2400">
                <a:solidFill>
                  <a:schemeClr val="bg1"/>
                </a:solidFill>
                <a:latin typeface="+mn-lt"/>
              </a:defRPr>
            </a:lvl4pPr>
            <a:lvl5pPr marL="1828800" indent="0">
              <a:buNone/>
              <a:defRPr sz="2400">
                <a:solidFill>
                  <a:schemeClr val="bg1"/>
                </a:solidFill>
                <a:latin typeface="+mn-lt"/>
              </a:defRPr>
            </a:lvl5pPr>
          </a:lstStyle>
          <a:p>
            <a:pPr lvl="0"/>
            <a:r>
              <a:rPr lang="en-US"/>
              <a:t>Click to edit text</a:t>
            </a:r>
          </a:p>
        </p:txBody>
      </p:sp>
      <p:sp>
        <p:nvSpPr>
          <p:cNvPr id="17" name="Rectangle 16">
            <a:extLst>
              <a:ext uri="{FF2B5EF4-FFF2-40B4-BE49-F238E27FC236}">
                <a16:creationId xmlns:a16="http://schemas.microsoft.com/office/drawing/2014/main" id="{80659D50-D55F-4F3D-8F15-5B1F1F2B4B96}"/>
              </a:ext>
              <a:ext uri="{C183D7F6-B498-43B3-948B-1728B52AA6E4}">
                <adec:decorative xmlns:adec="http://schemas.microsoft.com/office/drawing/2017/decorative" val="1"/>
              </a:ext>
            </a:extLst>
          </p:cNvPr>
          <p:cNvSpPr/>
          <p:nvPr userDrawn="1"/>
        </p:nvSpPr>
        <p:spPr>
          <a:xfrm>
            <a:off x="0" y="4188142"/>
            <a:ext cx="914400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958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0D8038A-5827-4846-97D5-0DEF7A92C9C5}"/>
              </a:ext>
            </a:extLst>
          </p:cNvPr>
          <p:cNvSpPr>
            <a:spLocks noGrp="1"/>
          </p:cNvSpPr>
          <p:nvPr>
            <p:ph type="pic" sz="quarter" idx="13"/>
          </p:nvPr>
        </p:nvSpPr>
        <p:spPr>
          <a:xfrm>
            <a:off x="228600" y="0"/>
            <a:ext cx="11961876" cy="6858000"/>
          </a:xfrm>
          <a:custGeom>
            <a:avLst/>
            <a:gdLst>
              <a:gd name="connsiteX0" fmla="*/ 0 w 11961876"/>
              <a:gd name="connsiteY0" fmla="*/ 0 h 6858000"/>
              <a:gd name="connsiteX1" fmla="*/ 11961876 w 11961876"/>
              <a:gd name="connsiteY1" fmla="*/ 0 h 6858000"/>
              <a:gd name="connsiteX2" fmla="*/ 11961876 w 11961876"/>
              <a:gd name="connsiteY2" fmla="*/ 6858000 h 6858000"/>
              <a:gd name="connsiteX3" fmla="*/ 0 w 1196187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961876" h="6858000">
                <a:moveTo>
                  <a:pt x="0" y="0"/>
                </a:moveTo>
                <a:lnTo>
                  <a:pt x="11961876" y="0"/>
                </a:lnTo>
                <a:lnTo>
                  <a:pt x="11961876"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38199" y="2578608"/>
            <a:ext cx="4297680" cy="914400"/>
          </a:xfrm>
        </p:spPr>
        <p:txBody>
          <a:bodyPr anchor="b" anchorCtr="0"/>
          <a:lstStyle/>
          <a:p>
            <a:r>
              <a:rPr lang="en-US"/>
              <a:t>CLICK TO EDIT TITLE </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838199" y="3721608"/>
            <a:ext cx="4297680" cy="2286000"/>
          </a:xfrm>
        </p:spPr>
        <p:txBody>
          <a:bodyPr>
            <a:normAutofit/>
          </a:bodyPr>
          <a:lstStyle>
            <a:lvl1pPr marL="0" indent="0">
              <a:lnSpc>
                <a:spcPts val="2400"/>
              </a:lnSpc>
              <a:buNone/>
              <a:defRPr sz="1400"/>
            </a:lvl1pPr>
            <a:lvl2pPr marL="457200" indent="0">
              <a:lnSpc>
                <a:spcPct val="100000"/>
              </a:lnSpc>
              <a:buNone/>
              <a:defRPr sz="1600"/>
            </a:lvl2pPr>
            <a:lvl3pPr marL="914400" indent="0">
              <a:lnSpc>
                <a:spcPct val="100000"/>
              </a:lnSpc>
              <a:buNone/>
              <a:defRPr sz="1600"/>
            </a:lvl3pPr>
            <a:lvl4pPr marL="1371600" indent="0">
              <a:lnSpc>
                <a:spcPct val="100000"/>
              </a:lnSpc>
              <a:buNone/>
              <a:defRPr sz="1600"/>
            </a:lvl4pPr>
            <a:lvl5pPr marL="1828800" indent="0">
              <a:lnSpc>
                <a:spcPct val="100000"/>
              </a:lnSpc>
              <a:buNone/>
              <a:defRPr sz="1600"/>
            </a:lvl5pPr>
          </a:lstStyle>
          <a:p>
            <a:pPr lvl="0"/>
            <a:r>
              <a:rPr lang="en-US"/>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a:p>
        </p:txBody>
      </p:sp>
      <p:sp>
        <p:nvSpPr>
          <p:cNvPr id="10" name="Rectangle 9">
            <a:extLst>
              <a:ext uri="{FF2B5EF4-FFF2-40B4-BE49-F238E27FC236}">
                <a16:creationId xmlns:a16="http://schemas.microsoft.com/office/drawing/2014/main" id="{E3A951D3-FDD2-4A48-9F77-7EB69F3AAC62}"/>
              </a:ext>
              <a:ext uri="{C183D7F6-B498-43B3-948B-1728B52AA6E4}">
                <adec:decorative xmlns:adec="http://schemas.microsoft.com/office/drawing/2017/decorative" val="1"/>
              </a:ext>
            </a:extLst>
          </p:cNvPr>
          <p:cNvSpPr/>
          <p:nvPr userDrawn="1"/>
        </p:nvSpPr>
        <p:spPr>
          <a:xfrm>
            <a:off x="0" y="0"/>
            <a:ext cx="228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0D24C9D2-B921-4FAF-8173-CF9B37D4F8FA}"/>
              </a:ext>
            </a:extLst>
          </p:cNvPr>
          <p:cNvSpPr>
            <a:spLocks noGrp="1"/>
          </p:cNvSpPr>
          <p:nvPr>
            <p:ph type="body" sz="quarter" idx="14" hasCustomPrompt="1"/>
          </p:nvPr>
        </p:nvSpPr>
        <p:spPr>
          <a:xfrm>
            <a:off x="10713720" y="-68580"/>
            <a:ext cx="1737360" cy="6858000"/>
          </a:xfrm>
        </p:spPr>
        <p:txBody>
          <a:bodyPr vert="vert270" anchor="t">
            <a:noAutofit/>
          </a:bodyPr>
          <a:lstStyle>
            <a:lvl1pPr marL="0" indent="0">
              <a:spcBef>
                <a:spcPts val="0"/>
              </a:spcBef>
              <a:buNone/>
              <a:defRPr sz="135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a:t>About</a:t>
            </a:r>
          </a:p>
        </p:txBody>
      </p:sp>
    </p:spTree>
    <p:extLst>
      <p:ext uri="{BB962C8B-B14F-4D97-AF65-F5344CB8AC3E}">
        <p14:creationId xmlns:p14="http://schemas.microsoft.com/office/powerpoint/2010/main" val="3644859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6A9CEDC6-C07A-4AA6-A03A-799447ACA932}"/>
              </a:ext>
            </a:extLst>
          </p:cNvPr>
          <p:cNvSpPr>
            <a:spLocks noGrp="1"/>
          </p:cNvSpPr>
          <p:nvPr>
            <p:ph type="pic" sz="quarter" idx="13"/>
          </p:nvPr>
        </p:nvSpPr>
        <p:spPr>
          <a:xfrm>
            <a:off x="1524" y="0"/>
            <a:ext cx="12188952" cy="6858000"/>
          </a:xfrm>
          <a:custGeom>
            <a:avLst/>
            <a:gdLst>
              <a:gd name="connsiteX0" fmla="*/ 10025044 w 12188952"/>
              <a:gd name="connsiteY0" fmla="*/ 1464945 h 6858000"/>
              <a:gd name="connsiteX1" fmla="*/ 10025044 w 12188952"/>
              <a:gd name="connsiteY1" fmla="*/ 6219825 h 6858000"/>
              <a:gd name="connsiteX2" fmla="*/ 10253644 w 12188952"/>
              <a:gd name="connsiteY2" fmla="*/ 6219825 h 6858000"/>
              <a:gd name="connsiteX3" fmla="*/ 10253644 w 12188952"/>
              <a:gd name="connsiteY3" fmla="*/ 1464945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10025044" y="1464945"/>
                </a:moveTo>
                <a:lnTo>
                  <a:pt x="10025044" y="6219825"/>
                </a:lnTo>
                <a:lnTo>
                  <a:pt x="10253644" y="6219825"/>
                </a:lnTo>
                <a:lnTo>
                  <a:pt x="10253644" y="1464945"/>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p>
        </p:txBody>
      </p:sp>
      <p:sp>
        <p:nvSpPr>
          <p:cNvPr id="7" name="Text Placeholder 6">
            <a:extLst>
              <a:ext uri="{FF2B5EF4-FFF2-40B4-BE49-F238E27FC236}">
                <a16:creationId xmlns:a16="http://schemas.microsoft.com/office/drawing/2014/main" id="{27109C03-4D2D-4A2D-AC74-49353ED38B56}"/>
              </a:ext>
            </a:extLst>
          </p:cNvPr>
          <p:cNvSpPr>
            <a:spLocks noGrp="1"/>
          </p:cNvSpPr>
          <p:nvPr>
            <p:ph type="body" sz="quarter" idx="25"/>
          </p:nvPr>
        </p:nvSpPr>
        <p:spPr>
          <a:xfrm>
            <a:off x="0" y="1465263"/>
            <a:ext cx="10026650" cy="4754562"/>
          </a:xfrm>
          <a:solidFill>
            <a:schemeClr val="bg1">
              <a:alpha val="93000"/>
            </a:schemeClr>
          </a:solidFill>
        </p:spPr>
        <p:txBody>
          <a:bodyPr lIns="1005840" tIns="502920">
            <a:noAutofit/>
          </a:bodyPr>
          <a:lstStyle>
            <a:lvl1pPr marL="0" indent="0">
              <a:buNone/>
              <a:defRPr sz="1800" cap="all" baseline="0">
                <a:solidFill>
                  <a:schemeClr val="accent1"/>
                </a:solidFill>
                <a:latin typeface="+mj-lt"/>
              </a:defRPr>
            </a:lvl1pPr>
          </a:lstStyle>
          <a:p>
            <a:pPr lvl="0"/>
            <a:r>
              <a:rPr lang="en-US"/>
              <a:t>Click to edit Master text styles</a:t>
            </a:r>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400" y="365125"/>
            <a:ext cx="8562475" cy="1325563"/>
          </a:xfrm>
        </p:spPr>
        <p:txBody>
          <a:bodyPr/>
          <a:lstStyle>
            <a:lvl1pPr>
              <a:defRPr>
                <a:solidFill>
                  <a:schemeClr val="bg1"/>
                </a:solidFill>
              </a:defRPr>
            </a:lvl1pPr>
          </a:lstStyle>
          <a:p>
            <a:r>
              <a:rPr lang="en-US"/>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bg1"/>
                </a:solidFill>
              </a:defRPr>
            </a:lvl1pPr>
          </a:lstStyle>
          <a:p>
            <a:r>
              <a:rPr lang="en-US"/>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bg1"/>
                </a:solidFill>
              </a:defRPr>
            </a:lvl1pPr>
          </a:lstStyle>
          <a:p>
            <a:r>
              <a:rPr lang="en-US"/>
              <a:t>Pitch deck title</a:t>
            </a:r>
          </a:p>
        </p:txBody>
      </p:sp>
      <p:sp>
        <p:nvSpPr>
          <p:cNvPr id="23" name="Text Placeholder 12">
            <a:extLst>
              <a:ext uri="{FF2B5EF4-FFF2-40B4-BE49-F238E27FC236}">
                <a16:creationId xmlns:a16="http://schemas.microsoft.com/office/drawing/2014/main" id="{9EDE4DA5-D561-434E-9452-95025C316A45}"/>
              </a:ext>
            </a:extLst>
          </p:cNvPr>
          <p:cNvSpPr>
            <a:spLocks noGrp="1"/>
          </p:cNvSpPr>
          <p:nvPr>
            <p:ph type="body" sz="quarter" idx="24" hasCustomPrompt="1"/>
          </p:nvPr>
        </p:nvSpPr>
        <p:spPr>
          <a:xfrm>
            <a:off x="10734040" y="-68580"/>
            <a:ext cx="1737360" cy="6858000"/>
          </a:xfrm>
        </p:spPr>
        <p:txBody>
          <a:bodyPr vert="vert270" anchor="t">
            <a:noAutofit/>
          </a:bodyPr>
          <a:lstStyle>
            <a:lvl1pPr marL="0" indent="0">
              <a:spcBef>
                <a:spcPts val="0"/>
              </a:spcBef>
              <a:buNone/>
              <a:defRPr sz="130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a:t>Problem</a:t>
            </a:r>
          </a:p>
        </p:txBody>
      </p:sp>
      <p:sp>
        <p:nvSpPr>
          <p:cNvPr id="27" name="Rectangle 26">
            <a:extLst>
              <a:ext uri="{FF2B5EF4-FFF2-40B4-BE49-F238E27FC236}">
                <a16:creationId xmlns:a16="http://schemas.microsoft.com/office/drawing/2014/main" id="{3A8936FC-DF00-4C6C-A5FA-13B0BFCC3E58}"/>
              </a:ext>
            </a:extLst>
          </p:cNvPr>
          <p:cNvSpPr/>
          <p:nvPr userDrawn="1"/>
        </p:nvSpPr>
        <p:spPr>
          <a:xfrm>
            <a:off x="10026568" y="1464945"/>
            <a:ext cx="228600" cy="47548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3">
            <a:extLst>
              <a:ext uri="{FF2B5EF4-FFF2-40B4-BE49-F238E27FC236}">
                <a16:creationId xmlns:a16="http://schemas.microsoft.com/office/drawing/2014/main" id="{C25BE32D-3FC4-4B1B-808E-E2897BC2F70F}"/>
              </a:ext>
            </a:extLst>
          </p:cNvPr>
          <p:cNvSpPr>
            <a:spLocks noGrp="1"/>
          </p:cNvSpPr>
          <p:nvPr>
            <p:ph type="body" sz="quarter" idx="15" hasCustomPrompt="1"/>
          </p:nvPr>
        </p:nvSpPr>
        <p:spPr>
          <a:xfrm>
            <a:off x="914274" y="2242336"/>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15" name="Text Placeholder 10">
            <a:extLst>
              <a:ext uri="{FF2B5EF4-FFF2-40B4-BE49-F238E27FC236}">
                <a16:creationId xmlns:a16="http://schemas.microsoft.com/office/drawing/2014/main" id="{413E5A31-C8FF-4B6C-AE00-99F85789634D}"/>
              </a:ext>
            </a:extLst>
          </p:cNvPr>
          <p:cNvSpPr>
            <a:spLocks noGrp="1"/>
          </p:cNvSpPr>
          <p:nvPr>
            <p:ph type="body" sz="quarter" idx="16" hasCustomPrompt="1"/>
          </p:nvPr>
        </p:nvSpPr>
        <p:spPr>
          <a:xfrm>
            <a:off x="914525" y="3218688"/>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a:t>Click to edit text</a:t>
            </a:r>
          </a:p>
        </p:txBody>
      </p:sp>
      <p:sp>
        <p:nvSpPr>
          <p:cNvPr id="16" name="Text Placeholder 13">
            <a:extLst>
              <a:ext uri="{FF2B5EF4-FFF2-40B4-BE49-F238E27FC236}">
                <a16:creationId xmlns:a16="http://schemas.microsoft.com/office/drawing/2014/main" id="{99346137-3239-4162-9799-29D8E0B44CA8}"/>
              </a:ext>
            </a:extLst>
          </p:cNvPr>
          <p:cNvSpPr>
            <a:spLocks noGrp="1"/>
          </p:cNvSpPr>
          <p:nvPr>
            <p:ph type="body" sz="quarter" idx="17" hasCustomPrompt="1"/>
          </p:nvPr>
        </p:nvSpPr>
        <p:spPr>
          <a:xfrm>
            <a:off x="914399" y="3545967"/>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17" name="Text Placeholder 10">
            <a:extLst>
              <a:ext uri="{FF2B5EF4-FFF2-40B4-BE49-F238E27FC236}">
                <a16:creationId xmlns:a16="http://schemas.microsoft.com/office/drawing/2014/main" id="{BDD18F8A-C2BE-429D-BB7C-9390EEEE5261}"/>
              </a:ext>
            </a:extLst>
          </p:cNvPr>
          <p:cNvSpPr>
            <a:spLocks noGrp="1"/>
          </p:cNvSpPr>
          <p:nvPr>
            <p:ph type="body" sz="quarter" idx="18" hasCustomPrompt="1"/>
          </p:nvPr>
        </p:nvSpPr>
        <p:spPr>
          <a:xfrm>
            <a:off x="5590801" y="1916113"/>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a:t>Click to edit text</a:t>
            </a:r>
          </a:p>
        </p:txBody>
      </p:sp>
      <p:sp>
        <p:nvSpPr>
          <p:cNvPr id="18" name="Text Placeholder 13">
            <a:extLst>
              <a:ext uri="{FF2B5EF4-FFF2-40B4-BE49-F238E27FC236}">
                <a16:creationId xmlns:a16="http://schemas.microsoft.com/office/drawing/2014/main" id="{AFDC9EA4-0AAA-467C-9B89-6966F6E4BB03}"/>
              </a:ext>
            </a:extLst>
          </p:cNvPr>
          <p:cNvSpPr>
            <a:spLocks noGrp="1"/>
          </p:cNvSpPr>
          <p:nvPr>
            <p:ph type="body" sz="quarter" idx="19" hasCustomPrompt="1"/>
          </p:nvPr>
        </p:nvSpPr>
        <p:spPr>
          <a:xfrm>
            <a:off x="5590675" y="2242336"/>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19" name="Text Placeholder 10">
            <a:extLst>
              <a:ext uri="{FF2B5EF4-FFF2-40B4-BE49-F238E27FC236}">
                <a16:creationId xmlns:a16="http://schemas.microsoft.com/office/drawing/2014/main" id="{31ECD896-8F8E-404E-BBAD-FBFCBBE3DFEF}"/>
              </a:ext>
            </a:extLst>
          </p:cNvPr>
          <p:cNvSpPr>
            <a:spLocks noGrp="1"/>
          </p:cNvSpPr>
          <p:nvPr>
            <p:ph type="body" sz="quarter" idx="20" hasCustomPrompt="1"/>
          </p:nvPr>
        </p:nvSpPr>
        <p:spPr>
          <a:xfrm>
            <a:off x="5590801" y="3218688"/>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a:t>Click to edit text</a:t>
            </a:r>
          </a:p>
        </p:txBody>
      </p:sp>
      <p:sp>
        <p:nvSpPr>
          <p:cNvPr id="20" name="Text Placeholder 13">
            <a:extLst>
              <a:ext uri="{FF2B5EF4-FFF2-40B4-BE49-F238E27FC236}">
                <a16:creationId xmlns:a16="http://schemas.microsoft.com/office/drawing/2014/main" id="{6BEE435C-8719-41E1-838A-87FB6B0BA23C}"/>
              </a:ext>
            </a:extLst>
          </p:cNvPr>
          <p:cNvSpPr>
            <a:spLocks noGrp="1"/>
          </p:cNvSpPr>
          <p:nvPr>
            <p:ph type="body" sz="quarter" idx="21" hasCustomPrompt="1"/>
          </p:nvPr>
        </p:nvSpPr>
        <p:spPr>
          <a:xfrm>
            <a:off x="5590675" y="3545967"/>
            <a:ext cx="3886200" cy="914400"/>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21" name="Text Placeholder 10">
            <a:extLst>
              <a:ext uri="{FF2B5EF4-FFF2-40B4-BE49-F238E27FC236}">
                <a16:creationId xmlns:a16="http://schemas.microsoft.com/office/drawing/2014/main" id="{9DAC0554-380F-4627-9E3C-FCDA9EE3B9E8}"/>
              </a:ext>
            </a:extLst>
          </p:cNvPr>
          <p:cNvSpPr>
            <a:spLocks noGrp="1"/>
          </p:cNvSpPr>
          <p:nvPr>
            <p:ph type="body" sz="quarter" idx="22" hasCustomPrompt="1"/>
          </p:nvPr>
        </p:nvSpPr>
        <p:spPr>
          <a:xfrm>
            <a:off x="914525" y="4709160"/>
            <a:ext cx="388620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a:t>Click to edit text</a:t>
            </a:r>
          </a:p>
        </p:txBody>
      </p:sp>
      <p:sp>
        <p:nvSpPr>
          <p:cNvPr id="22" name="Text Placeholder 13">
            <a:extLst>
              <a:ext uri="{FF2B5EF4-FFF2-40B4-BE49-F238E27FC236}">
                <a16:creationId xmlns:a16="http://schemas.microsoft.com/office/drawing/2014/main" id="{32C9479E-1665-465C-9B07-8AC7E3F4B630}"/>
              </a:ext>
            </a:extLst>
          </p:cNvPr>
          <p:cNvSpPr>
            <a:spLocks noGrp="1"/>
          </p:cNvSpPr>
          <p:nvPr>
            <p:ph type="body" sz="quarter" idx="23" hasCustomPrompt="1"/>
          </p:nvPr>
        </p:nvSpPr>
        <p:spPr>
          <a:xfrm>
            <a:off x="914399" y="5036439"/>
            <a:ext cx="3886200" cy="737604"/>
          </a:xfrm>
        </p:spPr>
        <p:txBody>
          <a:bodyPr>
            <a:normAutofit/>
          </a:bodyPr>
          <a:lstStyle>
            <a:lvl1pPr marL="0" indent="0">
              <a:lnSpc>
                <a:spcPts val="2000"/>
              </a:lnSpc>
              <a:spcBef>
                <a:spcPts val="0"/>
              </a:spcBef>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Tree>
    <p:extLst>
      <p:ext uri="{BB962C8B-B14F-4D97-AF65-F5344CB8AC3E}">
        <p14:creationId xmlns:p14="http://schemas.microsoft.com/office/powerpoint/2010/main" val="2883616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F067F4C-584F-4D26-A9F4-7E8E3F096140}"/>
              </a:ext>
              <a:ext uri="{C183D7F6-B498-43B3-948B-1728B52AA6E4}">
                <adec:decorative xmlns:adec="http://schemas.microsoft.com/office/drawing/2017/decorative" val="1"/>
              </a:ext>
            </a:extLst>
          </p:cNvPr>
          <p:cNvSpPr/>
          <p:nvPr userDrawn="1"/>
        </p:nvSpPr>
        <p:spPr>
          <a:xfrm>
            <a:off x="4159926" y="1569034"/>
            <a:ext cx="7193874"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0">
            <a:extLst>
              <a:ext uri="{FF2B5EF4-FFF2-40B4-BE49-F238E27FC236}">
                <a16:creationId xmlns:a16="http://schemas.microsoft.com/office/drawing/2014/main" id="{6C968367-11F9-40B5-B54F-1555B837CABC}"/>
              </a:ext>
            </a:extLst>
          </p:cNvPr>
          <p:cNvSpPr>
            <a:spLocks noGrp="1"/>
          </p:cNvSpPr>
          <p:nvPr>
            <p:ph type="pic" sz="quarter" idx="13"/>
          </p:nvPr>
        </p:nvSpPr>
        <p:spPr>
          <a:xfrm>
            <a:off x="933630" y="548640"/>
            <a:ext cx="4389120" cy="5760720"/>
          </a:xfrm>
          <a:solidFill>
            <a:schemeClr val="accent6">
              <a:lumMod val="20000"/>
              <a:lumOff val="80000"/>
            </a:schemeClr>
          </a:solidFill>
        </p:spPr>
        <p:txBody>
          <a:bodyPr/>
          <a:lstStyle/>
          <a:p>
            <a:r>
              <a:rPr lang="en-US"/>
              <a:t>Click icon to add picture</a:t>
            </a:r>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155363" y="365125"/>
            <a:ext cx="5103007" cy="1325563"/>
          </a:xfrm>
        </p:spPr>
        <p:txBody>
          <a:bodyPr/>
          <a:lstStyle>
            <a:lvl1pPr>
              <a:defRPr>
                <a:solidFill>
                  <a:schemeClr val="tx1"/>
                </a:solidFill>
              </a:defRPr>
            </a:lvl1pPr>
          </a:lstStyle>
          <a:p>
            <a:r>
              <a:rPr lang="en-US"/>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a:p>
        </p:txBody>
      </p:sp>
      <p:sp>
        <p:nvSpPr>
          <p:cNvPr id="11" name="Text Placeholder 10">
            <a:extLst>
              <a:ext uri="{FF2B5EF4-FFF2-40B4-BE49-F238E27FC236}">
                <a16:creationId xmlns:a16="http://schemas.microsoft.com/office/drawing/2014/main" id="{78C38614-0243-4ABA-A367-8875F339D658}"/>
              </a:ext>
            </a:extLst>
          </p:cNvPr>
          <p:cNvSpPr>
            <a:spLocks noGrp="1"/>
          </p:cNvSpPr>
          <p:nvPr>
            <p:ph type="body" sz="quarter" idx="14" hasCustomPrompt="1"/>
          </p:nvPr>
        </p:nvSpPr>
        <p:spPr>
          <a:xfrm>
            <a:off x="6153182" y="209397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a:t>CLICK TO EDIT TEXT</a:t>
            </a:r>
          </a:p>
        </p:txBody>
      </p:sp>
      <p:sp>
        <p:nvSpPr>
          <p:cNvPr id="14" name="Text Placeholder 13">
            <a:extLst>
              <a:ext uri="{FF2B5EF4-FFF2-40B4-BE49-F238E27FC236}">
                <a16:creationId xmlns:a16="http://schemas.microsoft.com/office/drawing/2014/main" id="{C25BE32D-3FC4-4B1B-808E-E2897BC2F70F}"/>
              </a:ext>
            </a:extLst>
          </p:cNvPr>
          <p:cNvSpPr>
            <a:spLocks noGrp="1"/>
          </p:cNvSpPr>
          <p:nvPr>
            <p:ph type="body" sz="quarter" idx="15" hasCustomPrompt="1"/>
          </p:nvPr>
        </p:nvSpPr>
        <p:spPr>
          <a:xfrm>
            <a:off x="6153056" y="2422684"/>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15" name="Text Placeholder 10">
            <a:extLst>
              <a:ext uri="{FF2B5EF4-FFF2-40B4-BE49-F238E27FC236}">
                <a16:creationId xmlns:a16="http://schemas.microsoft.com/office/drawing/2014/main" id="{413E5A31-C8FF-4B6C-AE00-99F85789634D}"/>
              </a:ext>
            </a:extLst>
          </p:cNvPr>
          <p:cNvSpPr>
            <a:spLocks noGrp="1"/>
          </p:cNvSpPr>
          <p:nvPr>
            <p:ph type="body" sz="quarter" idx="16" hasCustomPrompt="1"/>
          </p:nvPr>
        </p:nvSpPr>
        <p:spPr>
          <a:xfrm>
            <a:off x="6153307" y="3227832"/>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a:t>CLICK TO EDIT TEXT</a:t>
            </a:r>
          </a:p>
        </p:txBody>
      </p:sp>
      <p:sp>
        <p:nvSpPr>
          <p:cNvPr id="16" name="Text Placeholder 13">
            <a:extLst>
              <a:ext uri="{FF2B5EF4-FFF2-40B4-BE49-F238E27FC236}">
                <a16:creationId xmlns:a16="http://schemas.microsoft.com/office/drawing/2014/main" id="{99346137-3239-4162-9799-29D8E0B44CA8}"/>
              </a:ext>
            </a:extLst>
          </p:cNvPr>
          <p:cNvSpPr>
            <a:spLocks noGrp="1"/>
          </p:cNvSpPr>
          <p:nvPr>
            <p:ph type="body" sz="quarter" idx="17" hasCustomPrompt="1"/>
          </p:nvPr>
        </p:nvSpPr>
        <p:spPr>
          <a:xfrm>
            <a:off x="6153181" y="3559290"/>
            <a:ext cx="5120640" cy="45720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21" name="Text Placeholder 10">
            <a:extLst>
              <a:ext uri="{FF2B5EF4-FFF2-40B4-BE49-F238E27FC236}">
                <a16:creationId xmlns:a16="http://schemas.microsoft.com/office/drawing/2014/main" id="{005E970C-F216-4C13-B637-2CD29EB1F737}"/>
              </a:ext>
            </a:extLst>
          </p:cNvPr>
          <p:cNvSpPr>
            <a:spLocks noGrp="1"/>
          </p:cNvSpPr>
          <p:nvPr>
            <p:ph type="body" sz="quarter" idx="18" hasCustomPrompt="1"/>
          </p:nvPr>
        </p:nvSpPr>
        <p:spPr>
          <a:xfrm>
            <a:off x="6149167" y="405993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a:t>CLICK TO EDIT TEXT</a:t>
            </a:r>
          </a:p>
        </p:txBody>
      </p:sp>
      <p:sp>
        <p:nvSpPr>
          <p:cNvPr id="22" name="Text Placeholder 13">
            <a:extLst>
              <a:ext uri="{FF2B5EF4-FFF2-40B4-BE49-F238E27FC236}">
                <a16:creationId xmlns:a16="http://schemas.microsoft.com/office/drawing/2014/main" id="{FD54B08D-52AA-478D-9A22-40F57CEFF5E6}"/>
              </a:ext>
            </a:extLst>
          </p:cNvPr>
          <p:cNvSpPr>
            <a:spLocks noGrp="1"/>
          </p:cNvSpPr>
          <p:nvPr>
            <p:ph type="body" sz="quarter" idx="19" hasCustomPrompt="1"/>
          </p:nvPr>
        </p:nvSpPr>
        <p:spPr>
          <a:xfrm>
            <a:off x="6149041" y="4388168"/>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23" name="Text Placeholder 10">
            <a:extLst>
              <a:ext uri="{FF2B5EF4-FFF2-40B4-BE49-F238E27FC236}">
                <a16:creationId xmlns:a16="http://schemas.microsoft.com/office/drawing/2014/main" id="{78434772-1E65-4475-A328-95A7B2445794}"/>
              </a:ext>
            </a:extLst>
          </p:cNvPr>
          <p:cNvSpPr>
            <a:spLocks noGrp="1"/>
          </p:cNvSpPr>
          <p:nvPr>
            <p:ph type="body" sz="quarter" idx="20" hasCustomPrompt="1"/>
          </p:nvPr>
        </p:nvSpPr>
        <p:spPr>
          <a:xfrm>
            <a:off x="6149292" y="5202936"/>
            <a:ext cx="5120640" cy="320040"/>
          </a:xfrm>
        </p:spPr>
        <p:txBody>
          <a:bodyPr>
            <a:noAutofit/>
          </a:bodyPr>
          <a:lstStyle>
            <a:lvl1pPr marL="0" indent="0">
              <a:buNone/>
              <a:defRPr sz="1800" cap="all" baseline="0">
                <a:solidFill>
                  <a:schemeClr val="accent1"/>
                </a:solidFill>
                <a:latin typeface="+mj-lt"/>
              </a:defRPr>
            </a:lvl1pPr>
            <a:lvl2pPr marL="457200" indent="0">
              <a:buNone/>
              <a:defRPr sz="2000">
                <a:solidFill>
                  <a:schemeClr val="accent1"/>
                </a:solidFill>
                <a:latin typeface="+mj-lt"/>
              </a:defRPr>
            </a:lvl2pPr>
            <a:lvl3pPr marL="914400" indent="0">
              <a:buNone/>
              <a:defRPr sz="2000">
                <a:solidFill>
                  <a:schemeClr val="accent1"/>
                </a:solidFill>
                <a:latin typeface="+mj-lt"/>
              </a:defRPr>
            </a:lvl3pPr>
            <a:lvl4pPr marL="1371600" indent="0">
              <a:buNone/>
              <a:defRPr sz="2000">
                <a:solidFill>
                  <a:schemeClr val="accent1"/>
                </a:solidFill>
                <a:latin typeface="+mj-lt"/>
              </a:defRPr>
            </a:lvl4pPr>
            <a:lvl5pPr marL="1828800" indent="0">
              <a:buNone/>
              <a:defRPr sz="2000">
                <a:solidFill>
                  <a:schemeClr val="accent1"/>
                </a:solidFill>
                <a:latin typeface="+mj-lt"/>
              </a:defRPr>
            </a:lvl5pPr>
          </a:lstStyle>
          <a:p>
            <a:pPr lvl="0"/>
            <a:r>
              <a:rPr lang="en-US"/>
              <a:t>CLICK TO EDIT TEXT</a:t>
            </a:r>
          </a:p>
        </p:txBody>
      </p:sp>
      <p:sp>
        <p:nvSpPr>
          <p:cNvPr id="24" name="Text Placeholder 13">
            <a:extLst>
              <a:ext uri="{FF2B5EF4-FFF2-40B4-BE49-F238E27FC236}">
                <a16:creationId xmlns:a16="http://schemas.microsoft.com/office/drawing/2014/main" id="{16497897-EF41-49AE-B577-23E1843D2DEA}"/>
              </a:ext>
            </a:extLst>
          </p:cNvPr>
          <p:cNvSpPr>
            <a:spLocks noGrp="1"/>
          </p:cNvSpPr>
          <p:nvPr>
            <p:ph type="body" sz="quarter" idx="21" hasCustomPrompt="1"/>
          </p:nvPr>
        </p:nvSpPr>
        <p:spPr>
          <a:xfrm>
            <a:off x="6149166" y="5535502"/>
            <a:ext cx="5120640" cy="640080"/>
          </a:xfrm>
        </p:spPr>
        <p:txBody>
          <a:bodyPr>
            <a:norm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Tree>
    <p:extLst>
      <p:ext uri="{BB962C8B-B14F-4D97-AF65-F5344CB8AC3E}">
        <p14:creationId xmlns:p14="http://schemas.microsoft.com/office/powerpoint/2010/main" val="1307442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02412796-7042-4809-B0D2-CA19D0001B30}"/>
              </a:ext>
            </a:extLst>
          </p:cNvPr>
          <p:cNvSpPr>
            <a:spLocks noGrp="1"/>
          </p:cNvSpPr>
          <p:nvPr>
            <p:ph type="pic" sz="quarter" idx="13"/>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6858000 h 6858000"/>
              <a:gd name="connsiteX3" fmla="*/ 0 w 12188952"/>
              <a:gd name="connsiteY3" fmla="*/ 6858000 h 6858000"/>
              <a:gd name="connsiteX4" fmla="*/ 0 w 12188952"/>
              <a:gd name="connsiteY4" fmla="*/ 2560590 h 6858000"/>
              <a:gd name="connsiteX5" fmla="*/ 4876038 w 12188952"/>
              <a:gd name="connsiteY5" fmla="*/ 2560590 h 6858000"/>
              <a:gd name="connsiteX6" fmla="*/ 4876038 w 12188952"/>
              <a:gd name="connsiteY6" fmla="*/ 2331990 h 6858000"/>
              <a:gd name="connsiteX7" fmla="*/ 0 w 12188952"/>
              <a:gd name="connsiteY7" fmla="*/ 233199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6858000"/>
                </a:lnTo>
                <a:lnTo>
                  <a:pt x="0" y="6858000"/>
                </a:lnTo>
                <a:lnTo>
                  <a:pt x="0" y="2560590"/>
                </a:lnTo>
                <a:lnTo>
                  <a:pt x="4876038" y="2560590"/>
                </a:lnTo>
                <a:lnTo>
                  <a:pt x="4876038" y="2331990"/>
                </a:lnTo>
                <a:lnTo>
                  <a:pt x="0" y="2331990"/>
                </a:lnTo>
                <a:close/>
              </a:path>
            </a:pathLst>
          </a:custGeom>
          <a:solidFill>
            <a:schemeClr val="accent6">
              <a:lumMod val="20000"/>
              <a:lumOff val="8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8" y="858957"/>
            <a:ext cx="4032504" cy="1325563"/>
          </a:xfrm>
        </p:spPr>
        <p:txBody>
          <a:bodyPr/>
          <a:lstStyle>
            <a:lvl1pPr algn="r">
              <a:defRPr>
                <a:solidFill>
                  <a:schemeClr val="bg1"/>
                </a:solidFill>
              </a:defRPr>
            </a:lvl1pPr>
          </a:lstStyle>
          <a:p>
            <a:r>
              <a:rPr lang="en-US"/>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bg1"/>
                </a:solidFill>
              </a:defRPr>
            </a:lvl1pPr>
          </a:lstStyle>
          <a:p>
            <a:r>
              <a:rPr lang="en-US"/>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bg1"/>
                </a:solidFill>
              </a:defRPr>
            </a:lvl1pPr>
          </a:lstStyle>
          <a:p>
            <a:r>
              <a:rPr lang="en-US"/>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bg1"/>
                </a:solidFill>
              </a:defRPr>
            </a:lvl1pPr>
          </a:lstStyle>
          <a:p>
            <a:fld id="{B5CEABB6-07DC-46E8-9B57-56EC44A396E5}" type="slidenum">
              <a:rPr lang="en-US" smtClean="0"/>
              <a:pPr/>
              <a:t>‹#›</a:t>
            </a:fld>
            <a:endParaRPr lang="en-US"/>
          </a:p>
        </p:txBody>
      </p:sp>
      <p:sp>
        <p:nvSpPr>
          <p:cNvPr id="11" name="Text Placeholder 10">
            <a:extLst>
              <a:ext uri="{FF2B5EF4-FFF2-40B4-BE49-F238E27FC236}">
                <a16:creationId xmlns:a16="http://schemas.microsoft.com/office/drawing/2014/main" id="{9DD0C4E2-C56D-415A-A93E-7E5A3DD9BBEA}"/>
              </a:ext>
            </a:extLst>
          </p:cNvPr>
          <p:cNvSpPr>
            <a:spLocks noGrp="1"/>
          </p:cNvSpPr>
          <p:nvPr>
            <p:ph type="body" sz="quarter" idx="14" hasCustomPrompt="1"/>
          </p:nvPr>
        </p:nvSpPr>
        <p:spPr>
          <a:xfrm>
            <a:off x="5638800" y="1173329"/>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a:t>Click to edit subtitle</a:t>
            </a:r>
          </a:p>
        </p:txBody>
      </p:sp>
      <p:sp>
        <p:nvSpPr>
          <p:cNvPr id="13" name="Text Placeholder 12">
            <a:extLst>
              <a:ext uri="{FF2B5EF4-FFF2-40B4-BE49-F238E27FC236}">
                <a16:creationId xmlns:a16="http://schemas.microsoft.com/office/drawing/2014/main" id="{63466F58-8094-496E-8FA6-A2A07D706ECA}"/>
              </a:ext>
            </a:extLst>
          </p:cNvPr>
          <p:cNvSpPr>
            <a:spLocks noGrp="1"/>
          </p:cNvSpPr>
          <p:nvPr>
            <p:ph type="body" sz="quarter" idx="15" hasCustomPrompt="1"/>
          </p:nvPr>
        </p:nvSpPr>
        <p:spPr>
          <a:xfrm>
            <a:off x="5638800" y="1522412"/>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14" name="Text Placeholder 10">
            <a:extLst>
              <a:ext uri="{FF2B5EF4-FFF2-40B4-BE49-F238E27FC236}">
                <a16:creationId xmlns:a16="http://schemas.microsoft.com/office/drawing/2014/main" id="{35CDA3A0-B53D-4D18-9792-E99DB7DFDFCD}"/>
              </a:ext>
            </a:extLst>
          </p:cNvPr>
          <p:cNvSpPr>
            <a:spLocks noGrp="1"/>
          </p:cNvSpPr>
          <p:nvPr>
            <p:ph type="body" sz="quarter" idx="16" hasCustomPrompt="1"/>
          </p:nvPr>
        </p:nvSpPr>
        <p:spPr>
          <a:xfrm>
            <a:off x="5638800" y="2743993"/>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a:t>Click to edit subtitle</a:t>
            </a:r>
          </a:p>
        </p:txBody>
      </p:sp>
      <p:sp>
        <p:nvSpPr>
          <p:cNvPr id="15" name="Text Placeholder 12">
            <a:extLst>
              <a:ext uri="{FF2B5EF4-FFF2-40B4-BE49-F238E27FC236}">
                <a16:creationId xmlns:a16="http://schemas.microsoft.com/office/drawing/2014/main" id="{FEDD6309-46B2-4D7D-A1E2-8F04609BF7B3}"/>
              </a:ext>
            </a:extLst>
          </p:cNvPr>
          <p:cNvSpPr>
            <a:spLocks noGrp="1"/>
          </p:cNvSpPr>
          <p:nvPr>
            <p:ph type="body" sz="quarter" idx="17" hasCustomPrompt="1"/>
          </p:nvPr>
        </p:nvSpPr>
        <p:spPr>
          <a:xfrm>
            <a:off x="5638800" y="3074026"/>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16" name="Text Placeholder 10">
            <a:extLst>
              <a:ext uri="{FF2B5EF4-FFF2-40B4-BE49-F238E27FC236}">
                <a16:creationId xmlns:a16="http://schemas.microsoft.com/office/drawing/2014/main" id="{DF7E20CD-913D-437E-9659-9C125387ECA7}"/>
              </a:ext>
            </a:extLst>
          </p:cNvPr>
          <p:cNvSpPr>
            <a:spLocks noGrp="1"/>
          </p:cNvSpPr>
          <p:nvPr>
            <p:ph type="body" sz="quarter" idx="18" hasCustomPrompt="1"/>
          </p:nvPr>
        </p:nvSpPr>
        <p:spPr>
          <a:xfrm>
            <a:off x="8686038" y="1182807"/>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a:t>Click to edit subtitle</a:t>
            </a:r>
          </a:p>
        </p:txBody>
      </p:sp>
      <p:sp>
        <p:nvSpPr>
          <p:cNvPr id="17" name="Text Placeholder 12">
            <a:extLst>
              <a:ext uri="{FF2B5EF4-FFF2-40B4-BE49-F238E27FC236}">
                <a16:creationId xmlns:a16="http://schemas.microsoft.com/office/drawing/2014/main" id="{DB390311-D71A-47E1-A6A4-FC519992545C}"/>
              </a:ext>
            </a:extLst>
          </p:cNvPr>
          <p:cNvSpPr>
            <a:spLocks noGrp="1"/>
          </p:cNvSpPr>
          <p:nvPr>
            <p:ph type="body" sz="quarter" idx="19" hasCustomPrompt="1"/>
          </p:nvPr>
        </p:nvSpPr>
        <p:spPr>
          <a:xfrm>
            <a:off x="8686038" y="1531890"/>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18" name="Text Placeholder 10">
            <a:extLst>
              <a:ext uri="{FF2B5EF4-FFF2-40B4-BE49-F238E27FC236}">
                <a16:creationId xmlns:a16="http://schemas.microsoft.com/office/drawing/2014/main" id="{A6F112C5-2301-4903-8FFC-3D13F2BD7D9F}"/>
              </a:ext>
            </a:extLst>
          </p:cNvPr>
          <p:cNvSpPr>
            <a:spLocks noGrp="1"/>
          </p:cNvSpPr>
          <p:nvPr>
            <p:ph type="body" sz="quarter" idx="20" hasCustomPrompt="1"/>
          </p:nvPr>
        </p:nvSpPr>
        <p:spPr>
          <a:xfrm>
            <a:off x="8686038" y="2753471"/>
            <a:ext cx="2743200" cy="365760"/>
          </a:xfrm>
        </p:spPr>
        <p:txBody>
          <a:bodyPr>
            <a:noAutofit/>
          </a:bodyPr>
          <a:lstStyle>
            <a:lvl1pPr marL="0" indent="0">
              <a:buNone/>
              <a:defRPr sz="1800" cap="all" baseline="0">
                <a:solidFill>
                  <a:schemeClr val="bg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a:t>Click to edit subtitle</a:t>
            </a:r>
          </a:p>
        </p:txBody>
      </p:sp>
      <p:sp>
        <p:nvSpPr>
          <p:cNvPr id="19" name="Text Placeholder 12">
            <a:extLst>
              <a:ext uri="{FF2B5EF4-FFF2-40B4-BE49-F238E27FC236}">
                <a16:creationId xmlns:a16="http://schemas.microsoft.com/office/drawing/2014/main" id="{867721ED-86DF-4220-A638-CB65E0B5B126}"/>
              </a:ext>
            </a:extLst>
          </p:cNvPr>
          <p:cNvSpPr>
            <a:spLocks noGrp="1"/>
          </p:cNvSpPr>
          <p:nvPr>
            <p:ph type="body" sz="quarter" idx="21" hasCustomPrompt="1"/>
          </p:nvPr>
        </p:nvSpPr>
        <p:spPr>
          <a:xfrm>
            <a:off x="8686038" y="3083504"/>
            <a:ext cx="2743200" cy="914400"/>
          </a:xfrm>
        </p:spPr>
        <p:txBody>
          <a:bodyPr>
            <a:noAutofit/>
          </a:bodyPr>
          <a:lstStyle>
            <a:lvl1pPr marL="0" indent="0">
              <a:lnSpc>
                <a:spcPts val="2000"/>
              </a:lnSpc>
              <a:spcBef>
                <a:spcPts val="0"/>
              </a:spcBef>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23" name="Rectangle 22">
            <a:extLst>
              <a:ext uri="{FF2B5EF4-FFF2-40B4-BE49-F238E27FC236}">
                <a16:creationId xmlns:a16="http://schemas.microsoft.com/office/drawing/2014/main" id="{5620BB15-729F-4427-9DF3-6861F012AED2}"/>
              </a:ext>
              <a:ext uri="{C183D7F6-B498-43B3-948B-1728B52AA6E4}">
                <adec:decorative xmlns:adec="http://schemas.microsoft.com/office/drawing/2017/decorative" val="1"/>
              </a:ext>
            </a:extLst>
          </p:cNvPr>
          <p:cNvSpPr/>
          <p:nvPr userDrawn="1"/>
        </p:nvSpPr>
        <p:spPr>
          <a:xfrm>
            <a:off x="0" y="2331990"/>
            <a:ext cx="4877562"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4587433"/>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77E32A88-04B9-4879-A7DA-64134B3784C4}"/>
              </a:ext>
            </a:extLst>
          </p:cNvPr>
          <p:cNvSpPr>
            <a:spLocks noGrp="1"/>
          </p:cNvSpPr>
          <p:nvPr>
            <p:ph type="pic" sz="quarter" idx="13"/>
          </p:nvPr>
        </p:nvSpPr>
        <p:spPr>
          <a:xfrm>
            <a:off x="228600" y="0"/>
            <a:ext cx="11961876" cy="6858000"/>
          </a:xfrm>
          <a:custGeom>
            <a:avLst/>
            <a:gdLst>
              <a:gd name="connsiteX0" fmla="*/ 0 w 11961876"/>
              <a:gd name="connsiteY0" fmla="*/ 0 h 6858000"/>
              <a:gd name="connsiteX1" fmla="*/ 11961876 w 11961876"/>
              <a:gd name="connsiteY1" fmla="*/ 0 h 6858000"/>
              <a:gd name="connsiteX2" fmla="*/ 11961876 w 11961876"/>
              <a:gd name="connsiteY2" fmla="*/ 6858000 h 6858000"/>
              <a:gd name="connsiteX3" fmla="*/ 0 w 1196187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961876" h="6858000">
                <a:moveTo>
                  <a:pt x="0" y="0"/>
                </a:moveTo>
                <a:lnTo>
                  <a:pt x="11961876" y="0"/>
                </a:lnTo>
                <a:lnTo>
                  <a:pt x="11961876"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398" y="365760"/>
            <a:ext cx="6400800" cy="1325563"/>
          </a:xfrm>
        </p:spPr>
        <p:txBody>
          <a:bodyPr/>
          <a:lstStyle/>
          <a:p>
            <a:r>
              <a:rPr lang="en-US"/>
              <a:t>CLICK TO EDIT TITLE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914401" y="2000292"/>
            <a:ext cx="3162299" cy="3409907"/>
          </a:xfrm>
        </p:spPr>
        <p:txBody>
          <a:bodyPr>
            <a:normAutofit/>
          </a:bodyPr>
          <a:lstStyle>
            <a:lvl1pPr marL="0" indent="0">
              <a:lnSpc>
                <a:spcPts val="2400"/>
              </a:lnSpc>
              <a:spcBef>
                <a:spcPts val="0"/>
              </a:spcBef>
              <a:buNone/>
              <a:defRPr sz="18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a:p>
        </p:txBody>
      </p:sp>
      <p:sp>
        <p:nvSpPr>
          <p:cNvPr id="11" name="Rectangle 10">
            <a:extLst>
              <a:ext uri="{FF2B5EF4-FFF2-40B4-BE49-F238E27FC236}">
                <a16:creationId xmlns:a16="http://schemas.microsoft.com/office/drawing/2014/main" id="{E5FFA2B6-6061-4DC2-8233-A48FB7AA8F27}"/>
              </a:ext>
              <a:ext uri="{C183D7F6-B498-43B3-948B-1728B52AA6E4}">
                <adec:decorative xmlns:adec="http://schemas.microsoft.com/office/drawing/2017/decorative" val="1"/>
              </a:ext>
            </a:extLst>
          </p:cNvPr>
          <p:cNvSpPr/>
          <p:nvPr userDrawn="1"/>
        </p:nvSpPr>
        <p:spPr>
          <a:xfrm>
            <a:off x="0" y="0"/>
            <a:ext cx="2286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2">
            <a:extLst>
              <a:ext uri="{FF2B5EF4-FFF2-40B4-BE49-F238E27FC236}">
                <a16:creationId xmlns:a16="http://schemas.microsoft.com/office/drawing/2014/main" id="{4A219D8E-BB95-4BDA-98A2-097D1BFA7494}"/>
              </a:ext>
            </a:extLst>
          </p:cNvPr>
          <p:cNvSpPr>
            <a:spLocks noGrp="1"/>
          </p:cNvSpPr>
          <p:nvPr>
            <p:ph type="body" sz="quarter" idx="14" hasCustomPrompt="1"/>
          </p:nvPr>
        </p:nvSpPr>
        <p:spPr>
          <a:xfrm>
            <a:off x="5239512" y="5513832"/>
            <a:ext cx="6958584" cy="1371600"/>
          </a:xfrm>
        </p:spPr>
        <p:txBody>
          <a:bodyPr vert="horz" bIns="0" anchor="t">
            <a:noAutofit/>
          </a:bodyPr>
          <a:lstStyle>
            <a:lvl1pPr marL="0" indent="0" algn="r">
              <a:lnSpc>
                <a:spcPct val="100000"/>
              </a:lnSpc>
              <a:spcBef>
                <a:spcPts val="0"/>
              </a:spcBef>
              <a:buNone/>
              <a:defRPr sz="110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a:t>Benefits</a:t>
            </a:r>
          </a:p>
        </p:txBody>
      </p:sp>
    </p:spTree>
    <p:extLst>
      <p:ext uri="{BB962C8B-B14F-4D97-AF65-F5344CB8AC3E}">
        <p14:creationId xmlns:p14="http://schemas.microsoft.com/office/powerpoint/2010/main" val="227848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5A412B8-4256-47AC-A275-1AC354C4C6E9}"/>
              </a:ext>
            </a:extLst>
          </p:cNvPr>
          <p:cNvSpPr>
            <a:spLocks noGrp="1"/>
          </p:cNvSpPr>
          <p:nvPr>
            <p:ph type="pic" sz="quarter" idx="13"/>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6858000 h 6858000"/>
              <a:gd name="connsiteX3" fmla="*/ 0 w 12188952"/>
              <a:gd name="connsiteY3" fmla="*/ 6858000 h 6858000"/>
              <a:gd name="connsiteX4" fmla="*/ 0 w 12188952"/>
              <a:gd name="connsiteY4" fmla="*/ 4926523 h 6858000"/>
              <a:gd name="connsiteX5" fmla="*/ 9142476 w 12188952"/>
              <a:gd name="connsiteY5" fmla="*/ 4926523 h 6858000"/>
              <a:gd name="connsiteX6" fmla="*/ 9142476 w 12188952"/>
              <a:gd name="connsiteY6" fmla="*/ 4697923 h 6858000"/>
              <a:gd name="connsiteX7" fmla="*/ 0 w 12188952"/>
              <a:gd name="connsiteY7" fmla="*/ 469792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6858000"/>
                </a:lnTo>
                <a:lnTo>
                  <a:pt x="0" y="6858000"/>
                </a:lnTo>
                <a:lnTo>
                  <a:pt x="0" y="4926523"/>
                </a:lnTo>
                <a:lnTo>
                  <a:pt x="9142476" y="4926523"/>
                </a:lnTo>
                <a:lnTo>
                  <a:pt x="9142476" y="4697923"/>
                </a:lnTo>
                <a:lnTo>
                  <a:pt x="0" y="4697923"/>
                </a:lnTo>
                <a:close/>
              </a:path>
            </a:pathLst>
          </a:custGeom>
          <a:solidFill>
            <a:schemeClr val="accent6">
              <a:lumMod val="20000"/>
              <a:lumOff val="8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5084064"/>
            <a:ext cx="8311896" cy="1049254"/>
          </a:xfrm>
        </p:spPr>
        <p:txBody>
          <a:bodyPr anchor="b">
            <a:normAutofit/>
          </a:bodyPr>
          <a:lstStyle>
            <a:lvl1pPr algn="r">
              <a:defRPr sz="4800">
                <a:solidFill>
                  <a:schemeClr val="bg1"/>
                </a:solidFill>
              </a:defRPr>
            </a:lvl1pPr>
          </a:lstStyle>
          <a:p>
            <a:r>
              <a:rPr lang="en-US"/>
              <a:t>CLICK TO EDIT TITLE</a:t>
            </a:r>
          </a:p>
        </p:txBody>
      </p:sp>
      <p:sp>
        <p:nvSpPr>
          <p:cNvPr id="4" name="Date Placeholder 3">
            <a:extLst>
              <a:ext uri="{FF2B5EF4-FFF2-40B4-BE49-F238E27FC236}">
                <a16:creationId xmlns:a16="http://schemas.microsoft.com/office/drawing/2014/main" id="{68EB05F6-A3ED-45AB-B103-D5E34BFD605F}"/>
              </a:ext>
            </a:extLst>
          </p:cNvPr>
          <p:cNvSpPr>
            <a:spLocks noGrp="1"/>
          </p:cNvSpPr>
          <p:nvPr>
            <p:ph type="dt" sz="half" idx="10"/>
          </p:nvPr>
        </p:nvSpPr>
        <p:spPr/>
        <p:txBody>
          <a:bodyPr/>
          <a:lstStyle/>
          <a:p>
            <a:r>
              <a:rPr lang="en-US"/>
              <a:t>7/14/20XX</a:t>
            </a:r>
          </a:p>
        </p:txBody>
      </p:sp>
      <p:sp>
        <p:nvSpPr>
          <p:cNvPr id="5" name="Footer Placeholder 4">
            <a:extLst>
              <a:ext uri="{FF2B5EF4-FFF2-40B4-BE49-F238E27FC236}">
                <a16:creationId xmlns:a16="http://schemas.microsoft.com/office/drawing/2014/main" id="{2F029C1C-740D-4213-96FE-1FAA3072FF83}"/>
              </a:ext>
            </a:extLst>
          </p:cNvPr>
          <p:cNvSpPr>
            <a:spLocks noGrp="1"/>
          </p:cNvSpPr>
          <p:nvPr>
            <p:ph type="ftr" sz="quarter" idx="11"/>
          </p:nvPr>
        </p:nvSpPr>
        <p:spPr/>
        <p:txBody>
          <a:bodyPr/>
          <a:lstStyle/>
          <a:p>
            <a:r>
              <a:rPr lang="en-US"/>
              <a:t>Pitch deck title</a:t>
            </a:r>
          </a:p>
        </p:txBody>
      </p:sp>
      <p:sp>
        <p:nvSpPr>
          <p:cNvPr id="6" name="Slide Number Placeholder 5">
            <a:extLst>
              <a:ext uri="{FF2B5EF4-FFF2-40B4-BE49-F238E27FC236}">
                <a16:creationId xmlns:a16="http://schemas.microsoft.com/office/drawing/2014/main" id="{F54E8801-7449-48B4-8D64-BCE20D0831C9}"/>
              </a:ext>
            </a:extLst>
          </p:cNvPr>
          <p:cNvSpPr>
            <a:spLocks noGrp="1"/>
          </p:cNvSpPr>
          <p:nvPr>
            <p:ph type="sldNum" sz="quarter" idx="12"/>
          </p:nvPr>
        </p:nvSpPr>
        <p:spPr/>
        <p:txBody>
          <a:bodyPr/>
          <a:lstStyle/>
          <a:p>
            <a:fld id="{B5CEABB6-07DC-46E8-9B57-56EC44A396E5}" type="slidenum">
              <a:rPr lang="en-US" smtClean="0"/>
              <a:t>‹#›</a:t>
            </a:fld>
            <a:endParaRPr lang="en-US"/>
          </a:p>
        </p:txBody>
      </p:sp>
      <p:sp>
        <p:nvSpPr>
          <p:cNvPr id="10" name="Rectangle 9">
            <a:extLst>
              <a:ext uri="{FF2B5EF4-FFF2-40B4-BE49-F238E27FC236}">
                <a16:creationId xmlns:a16="http://schemas.microsoft.com/office/drawing/2014/main" id="{2DBCBD4E-87D0-4BA6-A1B4-3DC9452A36AB}"/>
              </a:ext>
              <a:ext uri="{C183D7F6-B498-43B3-948B-1728B52AA6E4}">
                <adec:decorative xmlns:adec="http://schemas.microsoft.com/office/drawing/2017/decorative" val="1"/>
              </a:ext>
            </a:extLst>
          </p:cNvPr>
          <p:cNvSpPr/>
          <p:nvPr userDrawn="1"/>
        </p:nvSpPr>
        <p:spPr>
          <a:xfrm>
            <a:off x="0" y="4697923"/>
            <a:ext cx="914400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1659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B695704B-E527-4A3C-9B8B-CDEB8724F0F9}"/>
              </a:ext>
            </a:extLst>
          </p:cNvPr>
          <p:cNvSpPr>
            <a:spLocks noGrp="1"/>
          </p:cNvSpPr>
          <p:nvPr>
            <p:ph type="pic" sz="quarter" idx="13"/>
          </p:nvPr>
        </p:nvSpPr>
        <p:spPr>
          <a:xfrm>
            <a:off x="1524" y="0"/>
            <a:ext cx="12188952" cy="6858000"/>
          </a:xfrm>
          <a:custGeom>
            <a:avLst/>
            <a:gdLst>
              <a:gd name="connsiteX0" fmla="*/ 7789164 w 12188952"/>
              <a:gd name="connsiteY0" fmla="*/ 2258568 h 6858000"/>
              <a:gd name="connsiteX1" fmla="*/ 7789164 w 12188952"/>
              <a:gd name="connsiteY1" fmla="*/ 2487168 h 6858000"/>
              <a:gd name="connsiteX2" fmla="*/ 10715244 w 12188952"/>
              <a:gd name="connsiteY2" fmla="*/ 2487168 h 6858000"/>
              <a:gd name="connsiteX3" fmla="*/ 10715244 w 12188952"/>
              <a:gd name="connsiteY3" fmla="*/ 2258568 h 6858000"/>
              <a:gd name="connsiteX4" fmla="*/ 4634484 w 12188952"/>
              <a:gd name="connsiteY4" fmla="*/ 2258568 h 6858000"/>
              <a:gd name="connsiteX5" fmla="*/ 4634484 w 12188952"/>
              <a:gd name="connsiteY5" fmla="*/ 2487168 h 6858000"/>
              <a:gd name="connsiteX6" fmla="*/ 7560564 w 12188952"/>
              <a:gd name="connsiteY6" fmla="*/ 2487168 h 6858000"/>
              <a:gd name="connsiteX7" fmla="*/ 7560564 w 12188952"/>
              <a:gd name="connsiteY7" fmla="*/ 2258568 h 6858000"/>
              <a:gd name="connsiteX8" fmla="*/ 1443228 w 12188952"/>
              <a:gd name="connsiteY8" fmla="*/ 2258568 h 6858000"/>
              <a:gd name="connsiteX9" fmla="*/ 1443228 w 12188952"/>
              <a:gd name="connsiteY9" fmla="*/ 2487168 h 6858000"/>
              <a:gd name="connsiteX10" fmla="*/ 4369308 w 12188952"/>
              <a:gd name="connsiteY10" fmla="*/ 2487168 h 6858000"/>
              <a:gd name="connsiteX11" fmla="*/ 4369308 w 12188952"/>
              <a:gd name="connsiteY11" fmla="*/ 2258568 h 6858000"/>
              <a:gd name="connsiteX12" fmla="*/ 0 w 12188952"/>
              <a:gd name="connsiteY12" fmla="*/ 0 h 6858000"/>
              <a:gd name="connsiteX13" fmla="*/ 12188952 w 12188952"/>
              <a:gd name="connsiteY13" fmla="*/ 0 h 6858000"/>
              <a:gd name="connsiteX14" fmla="*/ 12188952 w 12188952"/>
              <a:gd name="connsiteY14" fmla="*/ 6858000 h 6858000"/>
              <a:gd name="connsiteX15" fmla="*/ 0 w 12188952"/>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88952" h="6858000">
                <a:moveTo>
                  <a:pt x="7789164" y="2258568"/>
                </a:moveTo>
                <a:lnTo>
                  <a:pt x="7789164" y="2487168"/>
                </a:lnTo>
                <a:lnTo>
                  <a:pt x="10715244" y="2487168"/>
                </a:lnTo>
                <a:lnTo>
                  <a:pt x="10715244" y="2258568"/>
                </a:lnTo>
                <a:close/>
                <a:moveTo>
                  <a:pt x="4634484" y="2258568"/>
                </a:moveTo>
                <a:lnTo>
                  <a:pt x="4634484" y="2487168"/>
                </a:lnTo>
                <a:lnTo>
                  <a:pt x="7560564" y="2487168"/>
                </a:lnTo>
                <a:lnTo>
                  <a:pt x="7560564" y="2258568"/>
                </a:lnTo>
                <a:close/>
                <a:moveTo>
                  <a:pt x="1443228" y="2258568"/>
                </a:moveTo>
                <a:lnTo>
                  <a:pt x="1443228" y="2487168"/>
                </a:lnTo>
                <a:lnTo>
                  <a:pt x="4369308" y="2487168"/>
                </a:lnTo>
                <a:lnTo>
                  <a:pt x="4369308" y="2258568"/>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bg1"/>
                </a:solidFill>
              </a:defRPr>
            </a:lvl1pPr>
          </a:lstStyle>
          <a:p>
            <a:r>
              <a:rPr lang="en-US"/>
              <a:t>Click to edit Master title style</a:t>
            </a:r>
            <a:endParaRPr lang="en-ZA"/>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a:p>
        </p:txBody>
      </p:sp>
      <p:sp>
        <p:nvSpPr>
          <p:cNvPr id="9" name="Text Placehold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1444752" y="2487165"/>
            <a:ext cx="2926080" cy="2714379"/>
          </a:xfrm>
          <a:solidFill>
            <a:schemeClr val="bg1">
              <a:alpha val="85000"/>
            </a:schemeClr>
          </a:solidFill>
        </p:spPr>
        <p:txBody>
          <a:bodyPr tIns="429768">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a:t>Bullet 2</a:t>
            </a:r>
            <a:endParaRPr lang="en-ZA"/>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673352" y="3374136"/>
            <a:ext cx="2468880" cy="1371600"/>
          </a:xfrm>
        </p:spPr>
        <p:txBody>
          <a:bodyPr/>
          <a:lstStyle>
            <a:lvl1pPr marL="0" indent="0" algn="ctr">
              <a:lnSpc>
                <a:spcPts val="2200"/>
              </a:lnSpc>
              <a:spcBef>
                <a:spcPts val="0"/>
              </a:spcBef>
              <a:buNone/>
              <a:defRPr sz="1400">
                <a:solidFill>
                  <a:schemeClr val="tx1"/>
                </a:solidFill>
              </a:defRPr>
            </a:lvl1pPr>
          </a:lstStyle>
          <a:p>
            <a:pPr lvl="0"/>
            <a:r>
              <a:rPr lang="en-US"/>
              <a:t>Bullet Description</a:t>
            </a:r>
            <a:endParaRPr lang="en-ZA"/>
          </a:p>
        </p:txBody>
      </p:sp>
      <p:sp>
        <p:nvSpPr>
          <p:cNvPr id="11" name="Text Placeholder 8">
            <a:extLst>
              <a:ext uri="{FF2B5EF4-FFF2-40B4-BE49-F238E27FC236}">
                <a16:creationId xmlns:a16="http://schemas.microsoft.com/office/drawing/2014/main" id="{97E7DC10-1618-471B-9441-C640C7FEDD37}"/>
              </a:ext>
            </a:extLst>
          </p:cNvPr>
          <p:cNvSpPr>
            <a:spLocks noGrp="1"/>
          </p:cNvSpPr>
          <p:nvPr>
            <p:ph type="body" sz="quarter" idx="35" hasCustomPrompt="1"/>
          </p:nvPr>
        </p:nvSpPr>
        <p:spPr>
          <a:xfrm>
            <a:off x="4636008" y="2487165"/>
            <a:ext cx="2926080" cy="2715768"/>
          </a:xfrm>
          <a:solidFill>
            <a:schemeClr val="bg1">
              <a:alpha val="85000"/>
            </a:schemeClr>
          </a:solidFill>
        </p:spPr>
        <p:txBody>
          <a:bodyPr tIns="429768"/>
          <a:lstStyle>
            <a:lvl1pPr marL="0" indent="0" algn="ctr">
              <a:buFont typeface="Arial" panose="020B0604020202020204" pitchFamily="34" charset="0"/>
              <a:buNone/>
              <a:defRPr sz="1800" cap="all" baseline="0">
                <a:solidFill>
                  <a:schemeClr val="accent1"/>
                </a:solidFill>
                <a:latin typeface="+mj-lt"/>
              </a:defRPr>
            </a:lvl1pPr>
          </a:lstStyle>
          <a:p>
            <a:pPr lvl="0"/>
            <a:r>
              <a:rPr lang="en-US"/>
              <a:t>Bullet 3</a:t>
            </a:r>
            <a:endParaRPr lang="en-ZA"/>
          </a:p>
        </p:txBody>
      </p:sp>
      <p:sp>
        <p:nvSpPr>
          <p:cNvPr id="12" name="Text Placeholder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4873775" y="3374136"/>
            <a:ext cx="2468880" cy="1371600"/>
          </a:xfrm>
        </p:spPr>
        <p:txBody>
          <a:bodyPr/>
          <a:lstStyle>
            <a:lvl1pPr marL="0" indent="0" algn="ctr">
              <a:lnSpc>
                <a:spcPts val="2200"/>
              </a:lnSpc>
              <a:spcBef>
                <a:spcPts val="0"/>
              </a:spcBef>
              <a:buNone/>
              <a:defRPr sz="1400">
                <a:solidFill>
                  <a:schemeClr val="tx1"/>
                </a:solidFill>
              </a:defRPr>
            </a:lvl1pPr>
          </a:lstStyle>
          <a:p>
            <a:pPr lvl="0"/>
            <a:r>
              <a:rPr lang="en-US"/>
              <a:t>Bullet Description</a:t>
            </a:r>
            <a:endParaRPr lang="en-ZA"/>
          </a:p>
        </p:txBody>
      </p:sp>
      <p:sp>
        <p:nvSpPr>
          <p:cNvPr id="13" name="Text Placeholder 8">
            <a:extLst>
              <a:ext uri="{FF2B5EF4-FFF2-40B4-BE49-F238E27FC236}">
                <a16:creationId xmlns:a16="http://schemas.microsoft.com/office/drawing/2014/main" id="{FDB26B40-5901-4EF0-BCF0-55677E28B176}"/>
              </a:ext>
            </a:extLst>
          </p:cNvPr>
          <p:cNvSpPr>
            <a:spLocks noGrp="1"/>
          </p:cNvSpPr>
          <p:nvPr>
            <p:ph type="body" sz="quarter" idx="37" hasCustomPrompt="1"/>
          </p:nvPr>
        </p:nvSpPr>
        <p:spPr>
          <a:xfrm>
            <a:off x="7790688" y="2487165"/>
            <a:ext cx="2926080" cy="2715768"/>
          </a:xfrm>
          <a:solidFill>
            <a:schemeClr val="bg1">
              <a:alpha val="85000"/>
            </a:schemeClr>
          </a:solidFill>
        </p:spPr>
        <p:txBody>
          <a:bodyPr tIns="429768"/>
          <a:lstStyle>
            <a:lvl1pPr marL="0" indent="0" algn="ctr">
              <a:buFont typeface="Arial" panose="020B0604020202020204" pitchFamily="34" charset="0"/>
              <a:buNone/>
              <a:defRPr sz="1800" cap="all" baseline="0">
                <a:solidFill>
                  <a:schemeClr val="accent1"/>
                </a:solidFill>
                <a:latin typeface="+mj-lt"/>
              </a:defRPr>
            </a:lvl1pPr>
          </a:lstStyle>
          <a:p>
            <a:pPr lvl="0"/>
            <a:r>
              <a:rPr lang="en-US"/>
              <a:t>Bullet 4</a:t>
            </a:r>
            <a:endParaRPr lang="en-ZA"/>
          </a:p>
        </p:txBody>
      </p:sp>
      <p:sp>
        <p:nvSpPr>
          <p:cNvPr id="14" name="Text Placeholder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8019288" y="3374136"/>
            <a:ext cx="2468880" cy="1371600"/>
          </a:xfrm>
        </p:spPr>
        <p:txBody>
          <a:bodyPr/>
          <a:lstStyle>
            <a:lvl1pPr marL="0" indent="0" algn="ctr">
              <a:lnSpc>
                <a:spcPts val="2200"/>
              </a:lnSpc>
              <a:spcBef>
                <a:spcPts val="0"/>
              </a:spcBef>
              <a:buNone/>
              <a:defRPr sz="1400">
                <a:solidFill>
                  <a:schemeClr val="tx1"/>
                </a:solidFill>
              </a:defRPr>
            </a:lvl1pPr>
          </a:lstStyle>
          <a:p>
            <a:pPr lvl="0"/>
            <a:r>
              <a:rPr lang="en-US"/>
              <a:t>Bullet Description</a:t>
            </a:r>
            <a:endParaRPr lang="en-ZA"/>
          </a:p>
        </p:txBody>
      </p:sp>
      <p:sp>
        <p:nvSpPr>
          <p:cNvPr id="16" name="Date Placeholder 4">
            <a:extLst>
              <a:ext uri="{FF2B5EF4-FFF2-40B4-BE49-F238E27FC236}">
                <a16:creationId xmlns:a16="http://schemas.microsoft.com/office/drawing/2014/main" id="{C0256D1E-8A29-4C0A-8641-E823E877CF86}"/>
              </a:ext>
            </a:extLst>
          </p:cNvPr>
          <p:cNvSpPr>
            <a:spLocks noGrp="1"/>
          </p:cNvSpPr>
          <p:nvPr>
            <p:ph type="dt" sz="half" idx="39"/>
          </p:nvPr>
        </p:nvSpPr>
        <p:spPr>
          <a:xfrm>
            <a:off x="838200" y="6356350"/>
            <a:ext cx="2743200" cy="365125"/>
          </a:xfrm>
        </p:spPr>
        <p:txBody>
          <a:bodyPr/>
          <a:lstStyle>
            <a:lvl1pPr>
              <a:defRPr>
                <a:solidFill>
                  <a:schemeClr val="bg1"/>
                </a:solidFill>
              </a:defRPr>
            </a:lvl1pPr>
          </a:lstStyle>
          <a:p>
            <a:r>
              <a:rPr lang="en-US"/>
              <a:t>7/14/20XX</a:t>
            </a:r>
          </a:p>
        </p:txBody>
      </p:sp>
      <p:sp>
        <p:nvSpPr>
          <p:cNvPr id="26" name="Rectangle 25">
            <a:extLst>
              <a:ext uri="{FF2B5EF4-FFF2-40B4-BE49-F238E27FC236}">
                <a16:creationId xmlns:a16="http://schemas.microsoft.com/office/drawing/2014/main" id="{370B45ED-DCCD-4701-9ACC-9C83B74D1710}"/>
              </a:ext>
              <a:ext uri="{C183D7F6-B498-43B3-948B-1728B52AA6E4}">
                <adec:decorative xmlns:adec="http://schemas.microsoft.com/office/drawing/2017/decorative" val="1"/>
              </a:ext>
            </a:extLst>
          </p:cNvPr>
          <p:cNvSpPr/>
          <p:nvPr userDrawn="1"/>
        </p:nvSpPr>
        <p:spPr>
          <a:xfrm>
            <a:off x="1444752" y="2258568"/>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9508955-3B0C-44CA-B1F9-AD0E70CDB035}"/>
              </a:ext>
              <a:ext uri="{C183D7F6-B498-43B3-948B-1728B52AA6E4}">
                <adec:decorative xmlns:adec="http://schemas.microsoft.com/office/drawing/2017/decorative" val="1"/>
              </a:ext>
            </a:extLst>
          </p:cNvPr>
          <p:cNvSpPr/>
          <p:nvPr userDrawn="1"/>
        </p:nvSpPr>
        <p:spPr>
          <a:xfrm>
            <a:off x="4636008" y="2258568"/>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612ACAA-EEDE-4C74-AF6C-6A7D06F73BAB}"/>
              </a:ext>
              <a:ext uri="{C183D7F6-B498-43B3-948B-1728B52AA6E4}">
                <adec:decorative xmlns:adec="http://schemas.microsoft.com/office/drawing/2017/decorative" val="1"/>
              </a:ext>
            </a:extLst>
          </p:cNvPr>
          <p:cNvSpPr/>
          <p:nvPr userDrawn="1"/>
        </p:nvSpPr>
        <p:spPr>
          <a:xfrm>
            <a:off x="7790688" y="2258568"/>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6028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verview">
    <p:spTree>
      <p:nvGrpSpPr>
        <p:cNvPr id="1" name=""/>
        <p:cNvGrpSpPr/>
        <p:nvPr/>
      </p:nvGrpSpPr>
      <p:grpSpPr>
        <a:xfrm>
          <a:off x="0" y="0"/>
          <a:ext cx="0" cy="0"/>
          <a:chOff x="0" y="0"/>
          <a:chExt cx="0" cy="0"/>
        </a:xfrm>
      </p:grpSpPr>
      <p:sp>
        <p:nvSpPr>
          <p:cNvPr id="22" name="Picture Placeholder 10">
            <a:extLst>
              <a:ext uri="{FF2B5EF4-FFF2-40B4-BE49-F238E27FC236}">
                <a16:creationId xmlns:a16="http://schemas.microsoft.com/office/drawing/2014/main" id="{27AEA2E6-E265-44DE-9F3F-657ECFF5D138}"/>
              </a:ext>
            </a:extLst>
          </p:cNvPr>
          <p:cNvSpPr>
            <a:spLocks noGrp="1"/>
          </p:cNvSpPr>
          <p:nvPr>
            <p:ph type="pic" sz="quarter" idx="34"/>
          </p:nvPr>
        </p:nvSpPr>
        <p:spPr>
          <a:xfrm>
            <a:off x="1524" y="0"/>
            <a:ext cx="12188952" cy="6858000"/>
          </a:xfrm>
          <a:solidFill>
            <a:schemeClr val="accent6">
              <a:lumMod val="20000"/>
              <a:lumOff val="80000"/>
            </a:schemeClr>
          </a:solidFill>
        </p:spPr>
        <p:txBody>
          <a:bodyPr/>
          <a:lstStyle/>
          <a:p>
            <a:r>
              <a:rPr lang="en-US"/>
              <a:t>Click icon to add picture</a:t>
            </a:r>
          </a:p>
        </p:txBody>
      </p:sp>
      <p:sp>
        <p:nvSpPr>
          <p:cNvPr id="5" name="Text Placeholder 4">
            <a:extLst>
              <a:ext uri="{FF2B5EF4-FFF2-40B4-BE49-F238E27FC236}">
                <a16:creationId xmlns:a16="http://schemas.microsoft.com/office/drawing/2014/main" id="{1C37569F-733B-494F-B7CB-231805209077}"/>
              </a:ext>
            </a:extLst>
          </p:cNvPr>
          <p:cNvSpPr>
            <a:spLocks noGrp="1"/>
          </p:cNvSpPr>
          <p:nvPr>
            <p:ph type="body" sz="quarter" idx="39" hasCustomPrompt="1"/>
          </p:nvPr>
        </p:nvSpPr>
        <p:spPr>
          <a:xfrm>
            <a:off x="0" y="2258568"/>
            <a:ext cx="12190476" cy="2743200"/>
          </a:xfrm>
          <a:solidFill>
            <a:schemeClr val="accent2">
              <a:alpha val="95000"/>
            </a:schemeClr>
          </a:solidFill>
        </p:spPr>
        <p:txBody>
          <a:bodyPr/>
          <a:lstStyle>
            <a:lvl1pPr marL="0" indent="0">
              <a:buNone/>
              <a:defRPr/>
            </a:lvl1pPr>
          </a:lstStyle>
          <a:p>
            <a:pPr lvl="0"/>
            <a:r>
              <a:rPr lang="en-US"/>
              <a:t> </a:t>
            </a:r>
          </a:p>
        </p:txBody>
      </p:sp>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lgn="ctr">
              <a:defRPr>
                <a:solidFill>
                  <a:schemeClr val="bg1"/>
                </a:solidFill>
              </a:defRPr>
            </a:lvl1pPr>
          </a:lstStyle>
          <a:p>
            <a:r>
              <a:rPr lang="en-US"/>
              <a:t>CLICK TO EDIT MASTER TITLE STYLE</a:t>
            </a:r>
            <a:endParaRPr lang="en-ZA"/>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a:p>
        </p:txBody>
      </p:sp>
      <p:sp>
        <p:nvSpPr>
          <p:cNvPr id="16" name="Text Placeholder 3">
            <a:extLst>
              <a:ext uri="{FF2B5EF4-FFF2-40B4-BE49-F238E27FC236}">
                <a16:creationId xmlns:a16="http://schemas.microsoft.com/office/drawing/2014/main" id="{3A5BA28D-2313-499F-93AB-7C86B0305709}"/>
              </a:ext>
            </a:extLst>
          </p:cNvPr>
          <p:cNvSpPr>
            <a:spLocks noGrp="1"/>
          </p:cNvSpPr>
          <p:nvPr>
            <p:ph type="body" sz="quarter" idx="30" hasCustomPrompt="1"/>
          </p:nvPr>
        </p:nvSpPr>
        <p:spPr>
          <a:xfrm>
            <a:off x="1767130" y="2752344"/>
            <a:ext cx="2560320" cy="603504"/>
          </a:xfrm>
          <a:prstGeom prst="rect">
            <a:avLst/>
          </a:prstGeom>
          <a:noFill/>
        </p:spPr>
        <p:txBody>
          <a:bodyPr anchor="ctr" anchorCtr="0">
            <a:normAutofit/>
          </a:bodyPr>
          <a:lstStyle>
            <a:lvl1pPr marL="0" indent="0" algn="ctr">
              <a:spcBef>
                <a:spcPts val="0"/>
              </a:spcBef>
              <a:spcAft>
                <a:spcPts val="0"/>
              </a:spcAft>
              <a:buNone/>
              <a:defRPr sz="3600">
                <a:solidFill>
                  <a:schemeClr val="accent2">
                    <a:lumMod val="20000"/>
                    <a:lumOff val="80000"/>
                  </a:schemeClr>
                </a:solidFill>
                <a:latin typeface="+mj-lt"/>
              </a:defRPr>
            </a:lvl1pPr>
            <a:lvl2pPr marL="266700" indent="0">
              <a:buNone/>
              <a:defRPr/>
            </a:lvl2pPr>
            <a:lvl3pPr marL="542925" indent="0">
              <a:buNone/>
              <a:defRPr/>
            </a:lvl3pPr>
            <a:lvl4pPr marL="809625" indent="0">
              <a:buNone/>
              <a:defRPr/>
            </a:lvl4pPr>
            <a:lvl5pPr marL="1076325" indent="0">
              <a:buNone/>
              <a:defRPr/>
            </a:lvl5pPr>
          </a:lstStyle>
          <a:p>
            <a:pPr lvl="0"/>
            <a:r>
              <a:rPr lang="en-US"/>
              <a:t>1</a:t>
            </a:r>
            <a:endParaRPr lang="en-ZA"/>
          </a:p>
        </p:txBody>
      </p:sp>
      <p:sp>
        <p:nvSpPr>
          <p:cNvPr id="17" name="Text Placeholder 9">
            <a:extLst>
              <a:ext uri="{FF2B5EF4-FFF2-40B4-BE49-F238E27FC236}">
                <a16:creationId xmlns:a16="http://schemas.microsoft.com/office/drawing/2014/main" id="{4E9F4FE1-F54C-4B3C-9CED-6C3058B00352}"/>
              </a:ext>
            </a:extLst>
          </p:cNvPr>
          <p:cNvSpPr>
            <a:spLocks noGrp="1"/>
          </p:cNvSpPr>
          <p:nvPr>
            <p:ph type="body" sz="quarter" idx="31" hasCustomPrompt="1"/>
          </p:nvPr>
        </p:nvSpPr>
        <p:spPr>
          <a:xfrm>
            <a:off x="4815840" y="2752344"/>
            <a:ext cx="2560320" cy="603504"/>
          </a:xfrm>
          <a:prstGeom prst="rect">
            <a:avLst/>
          </a:prstGeom>
          <a:noFill/>
        </p:spPr>
        <p:txBody>
          <a:bodyPr vert="horz" lIns="0" tIns="0" rIns="0" bIns="0" rtlCol="0" anchor="ctr" anchorCtr="0">
            <a:noAutofit/>
          </a:bodyPr>
          <a:lstStyle>
            <a:lvl1pPr marL="0" indent="0" algn="ctr">
              <a:spcBef>
                <a:spcPts val="0"/>
              </a:spcBef>
              <a:spcAft>
                <a:spcPts val="0"/>
              </a:spcAft>
              <a:buNone/>
              <a:defRPr lang="en-ZA" sz="3600" dirty="0">
                <a:solidFill>
                  <a:schemeClr val="accent2">
                    <a:lumMod val="20000"/>
                    <a:lumOff val="80000"/>
                  </a:schemeClr>
                </a:solidFill>
                <a:latin typeface="+mj-lt"/>
              </a:defRPr>
            </a:lvl1pPr>
          </a:lstStyle>
          <a:p>
            <a:pPr marL="266700" lvl="0" indent="-266700" algn="ctr"/>
            <a:r>
              <a:rPr lang="en-US"/>
              <a:t>2</a:t>
            </a:r>
            <a:endParaRPr lang="en-ZA"/>
          </a:p>
        </p:txBody>
      </p:sp>
      <p:sp>
        <p:nvSpPr>
          <p:cNvPr id="18" name="Text Placeholder 9">
            <a:extLst>
              <a:ext uri="{FF2B5EF4-FFF2-40B4-BE49-F238E27FC236}">
                <a16:creationId xmlns:a16="http://schemas.microsoft.com/office/drawing/2014/main" id="{26328AB3-6C8E-4BB6-9C01-852150BDFE17}"/>
              </a:ext>
            </a:extLst>
          </p:cNvPr>
          <p:cNvSpPr>
            <a:spLocks noGrp="1"/>
          </p:cNvSpPr>
          <p:nvPr>
            <p:ph type="body" sz="quarter" idx="33" hasCustomPrompt="1"/>
          </p:nvPr>
        </p:nvSpPr>
        <p:spPr>
          <a:xfrm>
            <a:off x="7867194" y="2752344"/>
            <a:ext cx="2560320" cy="603504"/>
          </a:xfrm>
          <a:prstGeom prst="rect">
            <a:avLst/>
          </a:prstGeom>
          <a:noFill/>
        </p:spPr>
        <p:txBody>
          <a:bodyPr vert="horz" lIns="0" tIns="0" rIns="0" bIns="0" rtlCol="0" anchor="ctr" anchorCtr="0">
            <a:noAutofit/>
          </a:bodyPr>
          <a:lstStyle>
            <a:lvl1pPr marL="0" indent="0" algn="ctr">
              <a:spcBef>
                <a:spcPts val="0"/>
              </a:spcBef>
              <a:spcAft>
                <a:spcPts val="0"/>
              </a:spcAft>
              <a:buNone/>
              <a:defRPr lang="en-ZA" sz="3600" dirty="0">
                <a:solidFill>
                  <a:schemeClr val="accent2">
                    <a:lumMod val="20000"/>
                    <a:lumOff val="80000"/>
                  </a:schemeClr>
                </a:solidFill>
                <a:latin typeface="+mj-lt"/>
              </a:defRPr>
            </a:lvl1pPr>
          </a:lstStyle>
          <a:p>
            <a:pPr marL="266700" lvl="0" indent="-266700" algn="ctr"/>
            <a:r>
              <a:rPr lang="en-US"/>
              <a:t>3</a:t>
            </a:r>
            <a:endParaRPr lang="en-ZA"/>
          </a:p>
        </p:txBody>
      </p:sp>
      <p:sp>
        <p:nvSpPr>
          <p:cNvPr id="4" name="Text Placeholder 3">
            <a:extLst>
              <a:ext uri="{FF2B5EF4-FFF2-40B4-BE49-F238E27FC236}">
                <a16:creationId xmlns:a16="http://schemas.microsoft.com/office/drawing/2014/main" id="{B31369B8-B3F7-44DF-975B-57630CED624E}"/>
              </a:ext>
            </a:extLst>
          </p:cNvPr>
          <p:cNvSpPr>
            <a:spLocks noGrp="1"/>
          </p:cNvSpPr>
          <p:nvPr>
            <p:ph type="body" sz="quarter" idx="35" hasCustomPrompt="1"/>
          </p:nvPr>
        </p:nvSpPr>
        <p:spPr>
          <a:xfrm>
            <a:off x="1767130"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a:t>CLICK TO EDIT TEXT</a:t>
            </a:r>
          </a:p>
        </p:txBody>
      </p:sp>
      <p:sp>
        <p:nvSpPr>
          <p:cNvPr id="23" name="Text Placeholder 3">
            <a:extLst>
              <a:ext uri="{FF2B5EF4-FFF2-40B4-BE49-F238E27FC236}">
                <a16:creationId xmlns:a16="http://schemas.microsoft.com/office/drawing/2014/main" id="{8199533E-4480-4EF0-855E-F0FC142777BF}"/>
              </a:ext>
            </a:extLst>
          </p:cNvPr>
          <p:cNvSpPr>
            <a:spLocks noGrp="1"/>
          </p:cNvSpPr>
          <p:nvPr>
            <p:ph type="body" sz="quarter" idx="36" hasCustomPrompt="1"/>
          </p:nvPr>
        </p:nvSpPr>
        <p:spPr>
          <a:xfrm>
            <a:off x="4815840"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a:t>CLICK TO EDIT TEXT</a:t>
            </a:r>
          </a:p>
        </p:txBody>
      </p:sp>
      <p:sp>
        <p:nvSpPr>
          <p:cNvPr id="24" name="Text Placeholder 3">
            <a:extLst>
              <a:ext uri="{FF2B5EF4-FFF2-40B4-BE49-F238E27FC236}">
                <a16:creationId xmlns:a16="http://schemas.microsoft.com/office/drawing/2014/main" id="{58E1CB88-990B-431E-A733-AF73E3090549}"/>
              </a:ext>
            </a:extLst>
          </p:cNvPr>
          <p:cNvSpPr>
            <a:spLocks noGrp="1"/>
          </p:cNvSpPr>
          <p:nvPr>
            <p:ph type="body" sz="quarter" idx="37" hasCustomPrompt="1"/>
          </p:nvPr>
        </p:nvSpPr>
        <p:spPr>
          <a:xfrm>
            <a:off x="7867194"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a:t>CLICK TO EDIT TEXT</a:t>
            </a:r>
          </a:p>
        </p:txBody>
      </p:sp>
      <p:sp>
        <p:nvSpPr>
          <p:cNvPr id="15" name="Date Placeholder 4">
            <a:extLst>
              <a:ext uri="{FF2B5EF4-FFF2-40B4-BE49-F238E27FC236}">
                <a16:creationId xmlns:a16="http://schemas.microsoft.com/office/drawing/2014/main" id="{DCF4F2F5-E92C-4ECF-9FDE-3E0CE4FBFCA8}"/>
              </a:ext>
            </a:extLst>
          </p:cNvPr>
          <p:cNvSpPr>
            <a:spLocks noGrp="1"/>
          </p:cNvSpPr>
          <p:nvPr>
            <p:ph type="dt" sz="half" idx="38"/>
          </p:nvPr>
        </p:nvSpPr>
        <p:spPr>
          <a:xfrm>
            <a:off x="838200" y="6356350"/>
            <a:ext cx="2743200" cy="365125"/>
          </a:xfrm>
        </p:spPr>
        <p:txBody>
          <a:bodyPr/>
          <a:lstStyle>
            <a:lvl1pPr>
              <a:defRPr>
                <a:solidFill>
                  <a:schemeClr val="bg1"/>
                </a:solidFill>
              </a:defRPr>
            </a:lvl1pPr>
          </a:lstStyle>
          <a:p>
            <a:r>
              <a:rPr lang="en-US"/>
              <a:t>7/14/20XX</a:t>
            </a:r>
          </a:p>
        </p:txBody>
      </p:sp>
    </p:spTree>
    <p:extLst>
      <p:ext uri="{BB962C8B-B14F-4D97-AF65-F5344CB8AC3E}">
        <p14:creationId xmlns:p14="http://schemas.microsoft.com/office/powerpoint/2010/main" val="2876408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CB2621B9-2641-4DA3-B7D6-D577C25CF2E9}"/>
              </a:ext>
            </a:extLst>
          </p:cNvPr>
          <p:cNvSpPr>
            <a:spLocks noGrp="1"/>
          </p:cNvSpPr>
          <p:nvPr>
            <p:ph type="pic" sz="quarter" idx="34"/>
          </p:nvPr>
        </p:nvSpPr>
        <p:spPr>
          <a:xfrm>
            <a:off x="1524" y="0"/>
            <a:ext cx="12188952" cy="6858000"/>
          </a:xfrm>
          <a:custGeom>
            <a:avLst/>
            <a:gdLst>
              <a:gd name="connsiteX0" fmla="*/ 1030351 w 12188952"/>
              <a:gd name="connsiteY0" fmla="*/ 3231845 h 6858000"/>
              <a:gd name="connsiteX1" fmla="*/ 1030351 w 12188952"/>
              <a:gd name="connsiteY1" fmla="*/ 3460445 h 6858000"/>
              <a:gd name="connsiteX2" fmla="*/ 11122333 w 12188952"/>
              <a:gd name="connsiteY2" fmla="*/ 3460445 h 6858000"/>
              <a:gd name="connsiteX3" fmla="*/ 11122333 w 12188952"/>
              <a:gd name="connsiteY3" fmla="*/ 3231845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1030351" y="3231845"/>
                </a:moveTo>
                <a:lnTo>
                  <a:pt x="1030351" y="3460445"/>
                </a:lnTo>
                <a:lnTo>
                  <a:pt x="11122333" y="3460445"/>
                </a:lnTo>
                <a:lnTo>
                  <a:pt x="11122333" y="3231845"/>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lgn="ctr">
              <a:defRPr>
                <a:solidFill>
                  <a:schemeClr val="bg1"/>
                </a:solidFill>
              </a:defRPr>
            </a:lvl1pPr>
          </a:lstStyle>
          <a:p>
            <a:r>
              <a:rPr lang="en-US"/>
              <a:t>CLICK TO EDIT MASTER TITLE STYLE</a:t>
            </a:r>
            <a:endParaRPr lang="en-ZA"/>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a:p>
        </p:txBody>
      </p:sp>
      <p:sp>
        <p:nvSpPr>
          <p:cNvPr id="16" name="Text Placeholder 3">
            <a:extLst>
              <a:ext uri="{FF2B5EF4-FFF2-40B4-BE49-F238E27FC236}">
                <a16:creationId xmlns:a16="http://schemas.microsoft.com/office/drawing/2014/main" id="{3A5BA28D-2313-499F-93AB-7C86B0305709}"/>
              </a:ext>
            </a:extLst>
          </p:cNvPr>
          <p:cNvSpPr>
            <a:spLocks noGrp="1"/>
          </p:cNvSpPr>
          <p:nvPr>
            <p:ph type="body" sz="quarter" idx="30" hasCustomPrompt="1"/>
          </p:nvPr>
        </p:nvSpPr>
        <p:spPr>
          <a:xfrm>
            <a:off x="1069848" y="2121408"/>
            <a:ext cx="2560320" cy="914400"/>
          </a:xfrm>
          <a:prstGeom prst="rect">
            <a:avLst/>
          </a:prstGeom>
          <a:noFill/>
        </p:spPr>
        <p:txBody>
          <a:bodyPr anchor="b">
            <a:noAutofit/>
          </a:bodyPr>
          <a:lstStyle>
            <a:lvl1pPr marL="0" indent="0" algn="ctr">
              <a:spcBef>
                <a:spcPts val="0"/>
              </a:spcBef>
              <a:spcAft>
                <a:spcPts val="0"/>
              </a:spcAft>
              <a:buNone/>
              <a:defRPr sz="6000">
                <a:ln w="15875">
                  <a:solidFill>
                    <a:schemeClr val="bg1">
                      <a:lumMod val="85000"/>
                    </a:schemeClr>
                  </a:solidFill>
                </a:ln>
                <a:noFill/>
                <a:latin typeface="+mj-lt"/>
              </a:defRPr>
            </a:lvl1pPr>
            <a:lvl2pPr marL="266700" indent="0">
              <a:buNone/>
              <a:defRPr/>
            </a:lvl2pPr>
            <a:lvl3pPr marL="542925" indent="0">
              <a:buNone/>
              <a:defRPr/>
            </a:lvl3pPr>
            <a:lvl4pPr marL="809625" indent="0">
              <a:buNone/>
              <a:defRPr/>
            </a:lvl4pPr>
            <a:lvl5pPr marL="1076325" indent="0">
              <a:buNone/>
              <a:defRPr/>
            </a:lvl5pPr>
          </a:lstStyle>
          <a:p>
            <a:pPr lvl="0"/>
            <a:r>
              <a:rPr lang="en-US"/>
              <a:t>1</a:t>
            </a:r>
            <a:endParaRPr lang="en-ZA"/>
          </a:p>
        </p:txBody>
      </p:sp>
      <p:sp>
        <p:nvSpPr>
          <p:cNvPr id="17" name="Text Placeholder 9">
            <a:extLst>
              <a:ext uri="{FF2B5EF4-FFF2-40B4-BE49-F238E27FC236}">
                <a16:creationId xmlns:a16="http://schemas.microsoft.com/office/drawing/2014/main" id="{4E9F4FE1-F54C-4B3C-9CED-6C3058B00352}"/>
              </a:ext>
            </a:extLst>
          </p:cNvPr>
          <p:cNvSpPr>
            <a:spLocks noGrp="1"/>
          </p:cNvSpPr>
          <p:nvPr>
            <p:ph type="body" sz="quarter" idx="31" hasCustomPrompt="1"/>
          </p:nvPr>
        </p:nvSpPr>
        <p:spPr>
          <a:xfrm>
            <a:off x="4800600" y="2121408"/>
            <a:ext cx="2560320" cy="914400"/>
          </a:xfrm>
          <a:prstGeom prst="rect">
            <a:avLst/>
          </a:prstGeom>
          <a:noFill/>
        </p:spPr>
        <p:txBody>
          <a:bodyPr vert="horz" lIns="0" tIns="0" rIns="0" bIns="0" rtlCol="0" anchor="b">
            <a:noAutofit/>
          </a:bodyPr>
          <a:lstStyle>
            <a:lvl1pPr marL="0" indent="0" algn="ctr">
              <a:spcBef>
                <a:spcPts val="0"/>
              </a:spcBef>
              <a:spcAft>
                <a:spcPts val="0"/>
              </a:spcAft>
              <a:buNone/>
              <a:defRPr lang="en-ZA" sz="6000" dirty="0">
                <a:ln w="15875">
                  <a:solidFill>
                    <a:schemeClr val="bg1">
                      <a:lumMod val="85000"/>
                    </a:schemeClr>
                  </a:solidFill>
                </a:ln>
                <a:noFill/>
                <a:latin typeface="+mj-lt"/>
              </a:defRPr>
            </a:lvl1pPr>
          </a:lstStyle>
          <a:p>
            <a:pPr marL="266700" lvl="0" indent="-266700" algn="ctr"/>
            <a:r>
              <a:rPr lang="en-US"/>
              <a:t>2</a:t>
            </a:r>
            <a:endParaRPr lang="en-ZA"/>
          </a:p>
        </p:txBody>
      </p:sp>
      <p:sp>
        <p:nvSpPr>
          <p:cNvPr id="18" name="Text Placeholder 9">
            <a:extLst>
              <a:ext uri="{FF2B5EF4-FFF2-40B4-BE49-F238E27FC236}">
                <a16:creationId xmlns:a16="http://schemas.microsoft.com/office/drawing/2014/main" id="{26328AB3-6C8E-4BB6-9C01-852150BDFE17}"/>
              </a:ext>
            </a:extLst>
          </p:cNvPr>
          <p:cNvSpPr>
            <a:spLocks noGrp="1"/>
          </p:cNvSpPr>
          <p:nvPr>
            <p:ph type="body" sz="quarter" idx="33" hasCustomPrompt="1"/>
          </p:nvPr>
        </p:nvSpPr>
        <p:spPr>
          <a:xfrm>
            <a:off x="8531351" y="2121408"/>
            <a:ext cx="2592505" cy="914400"/>
          </a:xfrm>
          <a:prstGeom prst="rect">
            <a:avLst/>
          </a:prstGeom>
          <a:noFill/>
        </p:spPr>
        <p:txBody>
          <a:bodyPr vert="horz" lIns="0" tIns="0" rIns="0" bIns="0" rtlCol="0" anchor="b">
            <a:noAutofit/>
          </a:bodyPr>
          <a:lstStyle>
            <a:lvl1pPr marL="0" indent="0" algn="ctr">
              <a:spcBef>
                <a:spcPts val="0"/>
              </a:spcBef>
              <a:spcAft>
                <a:spcPts val="0"/>
              </a:spcAft>
              <a:buNone/>
              <a:defRPr lang="en-ZA" sz="6000" dirty="0">
                <a:ln w="15875">
                  <a:solidFill>
                    <a:schemeClr val="bg1">
                      <a:lumMod val="85000"/>
                    </a:schemeClr>
                  </a:solidFill>
                </a:ln>
                <a:noFill/>
                <a:latin typeface="+mj-lt"/>
              </a:defRPr>
            </a:lvl1pPr>
          </a:lstStyle>
          <a:p>
            <a:pPr marL="266700" lvl="0" indent="-266700" algn="ctr"/>
            <a:r>
              <a:rPr lang="en-US"/>
              <a:t>3</a:t>
            </a:r>
            <a:endParaRPr lang="en-ZA"/>
          </a:p>
        </p:txBody>
      </p:sp>
      <p:sp>
        <p:nvSpPr>
          <p:cNvPr id="4" name="Text Placeholder 3">
            <a:extLst>
              <a:ext uri="{FF2B5EF4-FFF2-40B4-BE49-F238E27FC236}">
                <a16:creationId xmlns:a16="http://schemas.microsoft.com/office/drawing/2014/main" id="{B31369B8-B3F7-44DF-975B-57630CED624E}"/>
              </a:ext>
            </a:extLst>
          </p:cNvPr>
          <p:cNvSpPr>
            <a:spLocks noGrp="1"/>
          </p:cNvSpPr>
          <p:nvPr>
            <p:ph type="body" sz="quarter" idx="35" hasCustomPrompt="1"/>
          </p:nvPr>
        </p:nvSpPr>
        <p:spPr>
          <a:xfrm>
            <a:off x="1069848" y="3730752"/>
            <a:ext cx="2560320" cy="118872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a:t>CLICK TO EDIT TEXT</a:t>
            </a:r>
          </a:p>
        </p:txBody>
      </p:sp>
      <p:sp>
        <p:nvSpPr>
          <p:cNvPr id="23" name="Text Placeholder 3">
            <a:extLst>
              <a:ext uri="{FF2B5EF4-FFF2-40B4-BE49-F238E27FC236}">
                <a16:creationId xmlns:a16="http://schemas.microsoft.com/office/drawing/2014/main" id="{8199533E-4480-4EF0-855E-F0FC142777BF}"/>
              </a:ext>
            </a:extLst>
          </p:cNvPr>
          <p:cNvSpPr>
            <a:spLocks noGrp="1"/>
          </p:cNvSpPr>
          <p:nvPr>
            <p:ph type="body" sz="quarter" idx="36" hasCustomPrompt="1"/>
          </p:nvPr>
        </p:nvSpPr>
        <p:spPr>
          <a:xfrm>
            <a:off x="4800600" y="3730752"/>
            <a:ext cx="2560320" cy="118872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a:t>CLICK TO EDIT TEXT</a:t>
            </a:r>
          </a:p>
        </p:txBody>
      </p:sp>
      <p:sp>
        <p:nvSpPr>
          <p:cNvPr id="24" name="Text Placeholder 3">
            <a:extLst>
              <a:ext uri="{FF2B5EF4-FFF2-40B4-BE49-F238E27FC236}">
                <a16:creationId xmlns:a16="http://schemas.microsoft.com/office/drawing/2014/main" id="{58E1CB88-990B-431E-A733-AF73E3090549}"/>
              </a:ext>
            </a:extLst>
          </p:cNvPr>
          <p:cNvSpPr>
            <a:spLocks noGrp="1"/>
          </p:cNvSpPr>
          <p:nvPr>
            <p:ph type="body" sz="quarter" idx="37" hasCustomPrompt="1"/>
          </p:nvPr>
        </p:nvSpPr>
        <p:spPr>
          <a:xfrm>
            <a:off x="8531352" y="3730752"/>
            <a:ext cx="2560320" cy="118872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a:t>CLICK TO EDIT TEXT</a:t>
            </a:r>
          </a:p>
        </p:txBody>
      </p:sp>
      <p:sp>
        <p:nvSpPr>
          <p:cNvPr id="15" name="Date Placeholder 4">
            <a:extLst>
              <a:ext uri="{FF2B5EF4-FFF2-40B4-BE49-F238E27FC236}">
                <a16:creationId xmlns:a16="http://schemas.microsoft.com/office/drawing/2014/main" id="{DCF4F2F5-E92C-4ECF-9FDE-3E0CE4FBFCA8}"/>
              </a:ext>
            </a:extLst>
          </p:cNvPr>
          <p:cNvSpPr>
            <a:spLocks noGrp="1"/>
          </p:cNvSpPr>
          <p:nvPr>
            <p:ph type="dt" sz="half" idx="38"/>
          </p:nvPr>
        </p:nvSpPr>
        <p:spPr>
          <a:xfrm>
            <a:off x="838200" y="6356350"/>
            <a:ext cx="2743200" cy="365125"/>
          </a:xfrm>
        </p:spPr>
        <p:txBody>
          <a:bodyPr/>
          <a:lstStyle>
            <a:lvl1pPr>
              <a:defRPr>
                <a:solidFill>
                  <a:schemeClr val="bg1"/>
                </a:solidFill>
              </a:defRPr>
            </a:lvl1pPr>
          </a:lstStyle>
          <a:p>
            <a:r>
              <a:rPr lang="en-US"/>
              <a:t>7/14/20XX</a:t>
            </a:r>
          </a:p>
        </p:txBody>
      </p:sp>
      <p:sp>
        <p:nvSpPr>
          <p:cNvPr id="19" name="Rectangle 18">
            <a:extLst>
              <a:ext uri="{FF2B5EF4-FFF2-40B4-BE49-F238E27FC236}">
                <a16:creationId xmlns:a16="http://schemas.microsoft.com/office/drawing/2014/main" id="{825807F6-AD25-4B86-8D5C-5DBE4B0D304E}"/>
              </a:ext>
              <a:ext uri="{C183D7F6-B498-43B3-948B-1728B52AA6E4}">
                <adec:decorative xmlns:adec="http://schemas.microsoft.com/office/drawing/2017/decorative" val="1"/>
              </a:ext>
            </a:extLst>
          </p:cNvPr>
          <p:cNvSpPr/>
          <p:nvPr userDrawn="1"/>
        </p:nvSpPr>
        <p:spPr>
          <a:xfrm>
            <a:off x="1031875" y="3231845"/>
            <a:ext cx="10091982"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9461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7A6EC474-5258-4E26-A871-01200EC78559}"/>
              </a:ext>
            </a:extLst>
          </p:cNvPr>
          <p:cNvSpPr>
            <a:spLocks noGrp="1"/>
          </p:cNvSpPr>
          <p:nvPr>
            <p:ph type="pic" sz="quarter" idx="13"/>
          </p:nvPr>
        </p:nvSpPr>
        <p:spPr>
          <a:xfrm>
            <a:off x="1524" y="0"/>
            <a:ext cx="12188952" cy="6858000"/>
          </a:xfrm>
          <a:custGeom>
            <a:avLst/>
            <a:gdLst>
              <a:gd name="connsiteX0" fmla="*/ 2816352 w 12188952"/>
              <a:gd name="connsiteY0" fmla="*/ 1690688 h 6858000"/>
              <a:gd name="connsiteX1" fmla="*/ 2816352 w 12188952"/>
              <a:gd name="connsiteY1" fmla="*/ 5576888 h 6858000"/>
              <a:gd name="connsiteX2" fmla="*/ 3044952 w 12188952"/>
              <a:gd name="connsiteY2" fmla="*/ 5576888 h 6858000"/>
              <a:gd name="connsiteX3" fmla="*/ 3044952 w 12188952"/>
              <a:gd name="connsiteY3" fmla="*/ 169068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2816352" y="1690688"/>
                </a:moveTo>
                <a:lnTo>
                  <a:pt x="2816352" y="5576888"/>
                </a:lnTo>
                <a:lnTo>
                  <a:pt x="3044952" y="5576888"/>
                </a:lnTo>
                <a:lnTo>
                  <a:pt x="3044952" y="1690688"/>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p>
        </p:txBody>
      </p:sp>
      <p:sp>
        <p:nvSpPr>
          <p:cNvPr id="11" name="Text Placeholder 6">
            <a:extLst>
              <a:ext uri="{FF2B5EF4-FFF2-40B4-BE49-F238E27FC236}">
                <a16:creationId xmlns:a16="http://schemas.microsoft.com/office/drawing/2014/main" id="{4F54F31D-9C5E-4286-8D0E-6318D6D19D1E}"/>
              </a:ext>
            </a:extLst>
          </p:cNvPr>
          <p:cNvSpPr>
            <a:spLocks noGrp="1"/>
          </p:cNvSpPr>
          <p:nvPr>
            <p:ph type="body" sz="quarter" idx="25"/>
          </p:nvPr>
        </p:nvSpPr>
        <p:spPr>
          <a:xfrm>
            <a:off x="3048000" y="1690688"/>
            <a:ext cx="9144000" cy="3886200"/>
          </a:xfrm>
          <a:solidFill>
            <a:schemeClr val="bg1">
              <a:alpha val="93000"/>
            </a:schemeClr>
          </a:solidFill>
        </p:spPr>
        <p:txBody>
          <a:bodyPr lIns="411480" tIns="566928" rIns="4937760" bIns="3063240" anchor="b">
            <a:noAutofit/>
          </a:bodyPr>
          <a:lstStyle>
            <a:lvl1pPr marL="0" indent="0">
              <a:buNone/>
              <a:defRPr sz="1800" cap="all" baseline="0">
                <a:solidFill>
                  <a:schemeClr val="accent1"/>
                </a:solidFill>
                <a:latin typeface="+mj-lt"/>
              </a:defRPr>
            </a:lvl1pPr>
          </a:lstStyle>
          <a:p>
            <a:pPr lvl="0"/>
            <a:r>
              <a:rPr lang="en-US"/>
              <a:t>Click to edit Master text styles</a:t>
            </a:r>
          </a:p>
        </p:txBody>
      </p:sp>
      <p:sp>
        <p:nvSpPr>
          <p:cNvPr id="2" name="Title 1">
            <a:extLst>
              <a:ext uri="{FF2B5EF4-FFF2-40B4-BE49-F238E27FC236}">
                <a16:creationId xmlns:a16="http://schemas.microsoft.com/office/drawing/2014/main" id="{FE9E034D-C1DD-48C0-BB6B-FDC6F8EBA558}"/>
              </a:ext>
            </a:extLst>
          </p:cNvPr>
          <p:cNvSpPr>
            <a:spLocks noGrp="1"/>
          </p:cNvSpPr>
          <p:nvPr>
            <p:ph type="title" hasCustomPrompt="1"/>
          </p:nvPr>
        </p:nvSpPr>
        <p:spPr>
          <a:xfrm>
            <a:off x="3383280" y="365125"/>
            <a:ext cx="7894320" cy="1325563"/>
          </a:xfrm>
        </p:spPr>
        <p:txBody>
          <a:bodyPr/>
          <a:lstStyle>
            <a:lvl1pPr algn="l">
              <a:defRPr>
                <a:solidFill>
                  <a:schemeClr val="bg1"/>
                </a:solidFill>
              </a:defRPr>
            </a:lvl1pPr>
          </a:lstStyle>
          <a:p>
            <a:r>
              <a:rPr lang="en-US"/>
              <a:t>CLICK TO EDIT TITLE</a:t>
            </a:r>
          </a:p>
        </p:txBody>
      </p:sp>
      <p:sp>
        <p:nvSpPr>
          <p:cNvPr id="4" name="Content Placeholder 3">
            <a:extLst>
              <a:ext uri="{FF2B5EF4-FFF2-40B4-BE49-F238E27FC236}">
                <a16:creationId xmlns:a16="http://schemas.microsoft.com/office/drawing/2014/main" id="{A91BC8B9-8F2B-4131-A090-0ACBEEE80BB7}"/>
              </a:ext>
            </a:extLst>
          </p:cNvPr>
          <p:cNvSpPr>
            <a:spLocks noGrp="1"/>
          </p:cNvSpPr>
          <p:nvPr>
            <p:ph sz="half" idx="2" hasCustomPrompt="1"/>
          </p:nvPr>
        </p:nvSpPr>
        <p:spPr>
          <a:xfrm>
            <a:off x="3392488" y="2686050"/>
            <a:ext cx="3657600" cy="2743200"/>
          </a:xfrm>
        </p:spPr>
        <p:txBody>
          <a:bodyPr>
            <a:normAutofit/>
          </a:bodyPr>
          <a:lstStyle>
            <a:lvl1pPr marL="0" indent="0">
              <a:lnSpc>
                <a:spcPts val="2000"/>
              </a:lnSpc>
              <a:spcBef>
                <a:spcPts val="0"/>
              </a:spcBef>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t>Click to edit text</a:t>
            </a:r>
          </a:p>
        </p:txBody>
      </p:sp>
      <p:sp>
        <p:nvSpPr>
          <p:cNvPr id="5" name="Text Placeholder 4">
            <a:extLst>
              <a:ext uri="{FF2B5EF4-FFF2-40B4-BE49-F238E27FC236}">
                <a16:creationId xmlns:a16="http://schemas.microsoft.com/office/drawing/2014/main" id="{1714E40B-C52C-407A-9311-46FDCD84CB5A}"/>
              </a:ext>
            </a:extLst>
          </p:cNvPr>
          <p:cNvSpPr>
            <a:spLocks noGrp="1"/>
          </p:cNvSpPr>
          <p:nvPr>
            <p:ph type="body" sz="quarter" idx="3" hasCustomPrompt="1"/>
          </p:nvPr>
        </p:nvSpPr>
        <p:spPr>
          <a:xfrm>
            <a:off x="7629525" y="1919288"/>
            <a:ext cx="3657600" cy="640080"/>
          </a:xfrm>
        </p:spPr>
        <p:txBody>
          <a:bodyPr anchor="b">
            <a:normAutofit/>
          </a:bodyPr>
          <a:lstStyle>
            <a:lvl1pPr marL="0" indent="0">
              <a:buNone/>
              <a:defRPr sz="18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96ED23-22F0-421E-849C-630BEABF8BD0}"/>
              </a:ext>
            </a:extLst>
          </p:cNvPr>
          <p:cNvSpPr>
            <a:spLocks noGrp="1"/>
          </p:cNvSpPr>
          <p:nvPr>
            <p:ph sz="quarter" idx="4" hasCustomPrompt="1"/>
          </p:nvPr>
        </p:nvSpPr>
        <p:spPr>
          <a:xfrm>
            <a:off x="7629525" y="2686050"/>
            <a:ext cx="3657600" cy="2743200"/>
          </a:xfrm>
        </p:spPr>
        <p:txBody>
          <a:bodyPr>
            <a:normAutofit/>
          </a:bodyPr>
          <a:lstStyle>
            <a:lvl1pPr marL="0" indent="0">
              <a:lnSpc>
                <a:spcPts val="2000"/>
              </a:lnSpc>
              <a:spcBef>
                <a:spcPts val="0"/>
              </a:spcBef>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t>Click to edit text</a:t>
            </a:r>
          </a:p>
        </p:txBody>
      </p:sp>
      <p:sp>
        <p:nvSpPr>
          <p:cNvPr id="7" name="Date Placeholder 6">
            <a:extLst>
              <a:ext uri="{FF2B5EF4-FFF2-40B4-BE49-F238E27FC236}">
                <a16:creationId xmlns:a16="http://schemas.microsoft.com/office/drawing/2014/main" id="{860A2F77-6CFB-4347-9224-EFAA0C0EF3DB}"/>
              </a:ext>
            </a:extLst>
          </p:cNvPr>
          <p:cNvSpPr>
            <a:spLocks noGrp="1"/>
          </p:cNvSpPr>
          <p:nvPr>
            <p:ph type="dt" sz="half" idx="10"/>
          </p:nvPr>
        </p:nvSpPr>
        <p:spPr/>
        <p:txBody>
          <a:bodyPr/>
          <a:lstStyle>
            <a:lvl1pPr>
              <a:defRPr>
                <a:solidFill>
                  <a:schemeClr val="bg1"/>
                </a:solidFill>
              </a:defRPr>
            </a:lvl1pPr>
          </a:lstStyle>
          <a:p>
            <a:r>
              <a:rPr lang="en-US"/>
              <a:t>7/14/20XX</a:t>
            </a:r>
          </a:p>
        </p:txBody>
      </p:sp>
      <p:sp>
        <p:nvSpPr>
          <p:cNvPr id="8" name="Footer Placeholder 7">
            <a:extLst>
              <a:ext uri="{FF2B5EF4-FFF2-40B4-BE49-F238E27FC236}">
                <a16:creationId xmlns:a16="http://schemas.microsoft.com/office/drawing/2014/main" id="{97C1F45E-8700-4861-AD21-BB7A09E1305A}"/>
              </a:ext>
            </a:extLst>
          </p:cNvPr>
          <p:cNvSpPr>
            <a:spLocks noGrp="1"/>
          </p:cNvSpPr>
          <p:nvPr>
            <p:ph type="ftr" sz="quarter" idx="11"/>
          </p:nvPr>
        </p:nvSpPr>
        <p:spPr/>
        <p:txBody>
          <a:bodyPr/>
          <a:lstStyle>
            <a:lvl1pPr>
              <a:defRPr>
                <a:solidFill>
                  <a:schemeClr val="bg1"/>
                </a:solidFill>
              </a:defRPr>
            </a:lvl1pPr>
          </a:lstStyle>
          <a:p>
            <a:r>
              <a:rPr lang="en-US"/>
              <a:t>Pitch deck title</a:t>
            </a:r>
          </a:p>
        </p:txBody>
      </p:sp>
      <p:sp>
        <p:nvSpPr>
          <p:cNvPr id="9" name="Slide Number Placeholder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a:lstStyle>
            <a:lvl1pPr>
              <a:defRPr>
                <a:solidFill>
                  <a:schemeClr val="bg1"/>
                </a:solidFill>
              </a:defRPr>
            </a:lvl1pPr>
          </a:lstStyle>
          <a:p>
            <a:fld id="{B5CEABB6-07DC-46E8-9B57-56EC44A396E5}" type="slidenum">
              <a:rPr lang="en-US" smtClean="0"/>
              <a:pPr/>
              <a:t>‹#›</a:t>
            </a:fld>
            <a:endParaRPr lang="en-US"/>
          </a:p>
        </p:txBody>
      </p:sp>
      <p:sp>
        <p:nvSpPr>
          <p:cNvPr id="15" name="Rectangle 14">
            <a:extLst>
              <a:ext uri="{FF2B5EF4-FFF2-40B4-BE49-F238E27FC236}">
                <a16:creationId xmlns:a16="http://schemas.microsoft.com/office/drawing/2014/main" id="{F0D2B628-14C7-401D-8451-24C64BCF3CCA}"/>
              </a:ext>
              <a:ext uri="{C183D7F6-B498-43B3-948B-1728B52AA6E4}">
                <adec:decorative xmlns:adec="http://schemas.microsoft.com/office/drawing/2017/decorative" val="1"/>
              </a:ext>
            </a:extLst>
          </p:cNvPr>
          <p:cNvSpPr/>
          <p:nvPr userDrawn="1"/>
        </p:nvSpPr>
        <p:spPr>
          <a:xfrm>
            <a:off x="2817876" y="1690688"/>
            <a:ext cx="228600" cy="3886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7469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owth">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121B4B07-1B80-41CF-89AC-82A7628C9D74}"/>
              </a:ext>
            </a:extLst>
          </p:cNvPr>
          <p:cNvSpPr>
            <a:spLocks noGrp="1"/>
          </p:cNvSpPr>
          <p:nvPr>
            <p:ph type="pic" sz="quarter" idx="13"/>
          </p:nvPr>
        </p:nvSpPr>
        <p:spPr>
          <a:xfrm>
            <a:off x="1524" y="0"/>
            <a:ext cx="12188952" cy="6858000"/>
          </a:xfrm>
          <a:custGeom>
            <a:avLst/>
            <a:gdLst>
              <a:gd name="connsiteX0" fmla="*/ 7789164 w 12188952"/>
              <a:gd name="connsiteY0" fmla="*/ 2468880 h 6858000"/>
              <a:gd name="connsiteX1" fmla="*/ 7789164 w 12188952"/>
              <a:gd name="connsiteY1" fmla="*/ 2697480 h 6858000"/>
              <a:gd name="connsiteX2" fmla="*/ 10715244 w 12188952"/>
              <a:gd name="connsiteY2" fmla="*/ 2697480 h 6858000"/>
              <a:gd name="connsiteX3" fmla="*/ 10715244 w 12188952"/>
              <a:gd name="connsiteY3" fmla="*/ 2468880 h 6858000"/>
              <a:gd name="connsiteX4" fmla="*/ 4634484 w 12188952"/>
              <a:gd name="connsiteY4" fmla="*/ 2468880 h 6858000"/>
              <a:gd name="connsiteX5" fmla="*/ 4634484 w 12188952"/>
              <a:gd name="connsiteY5" fmla="*/ 2697480 h 6858000"/>
              <a:gd name="connsiteX6" fmla="*/ 7560564 w 12188952"/>
              <a:gd name="connsiteY6" fmla="*/ 2697480 h 6858000"/>
              <a:gd name="connsiteX7" fmla="*/ 7560564 w 12188952"/>
              <a:gd name="connsiteY7" fmla="*/ 2468880 h 6858000"/>
              <a:gd name="connsiteX8" fmla="*/ 1443228 w 12188952"/>
              <a:gd name="connsiteY8" fmla="*/ 2468880 h 6858000"/>
              <a:gd name="connsiteX9" fmla="*/ 1443228 w 12188952"/>
              <a:gd name="connsiteY9" fmla="*/ 2697480 h 6858000"/>
              <a:gd name="connsiteX10" fmla="*/ 4369308 w 12188952"/>
              <a:gd name="connsiteY10" fmla="*/ 2697480 h 6858000"/>
              <a:gd name="connsiteX11" fmla="*/ 4369308 w 12188952"/>
              <a:gd name="connsiteY11" fmla="*/ 2468880 h 6858000"/>
              <a:gd name="connsiteX12" fmla="*/ 0 w 12188952"/>
              <a:gd name="connsiteY12" fmla="*/ 0 h 6858000"/>
              <a:gd name="connsiteX13" fmla="*/ 12188952 w 12188952"/>
              <a:gd name="connsiteY13" fmla="*/ 0 h 6858000"/>
              <a:gd name="connsiteX14" fmla="*/ 12188952 w 12188952"/>
              <a:gd name="connsiteY14" fmla="*/ 6858000 h 6858000"/>
              <a:gd name="connsiteX15" fmla="*/ 0 w 12188952"/>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88952" h="6858000">
                <a:moveTo>
                  <a:pt x="7789164" y="2468880"/>
                </a:moveTo>
                <a:lnTo>
                  <a:pt x="7789164" y="2697480"/>
                </a:lnTo>
                <a:lnTo>
                  <a:pt x="10715244" y="2697480"/>
                </a:lnTo>
                <a:lnTo>
                  <a:pt x="10715244" y="2468880"/>
                </a:lnTo>
                <a:close/>
                <a:moveTo>
                  <a:pt x="4634484" y="2468880"/>
                </a:moveTo>
                <a:lnTo>
                  <a:pt x="4634484" y="2697480"/>
                </a:lnTo>
                <a:lnTo>
                  <a:pt x="7560564" y="2697480"/>
                </a:lnTo>
                <a:lnTo>
                  <a:pt x="7560564" y="2468880"/>
                </a:lnTo>
                <a:close/>
                <a:moveTo>
                  <a:pt x="1443228" y="2468880"/>
                </a:moveTo>
                <a:lnTo>
                  <a:pt x="1443228" y="2697480"/>
                </a:lnTo>
                <a:lnTo>
                  <a:pt x="4369308" y="2697480"/>
                </a:lnTo>
                <a:lnTo>
                  <a:pt x="4369308" y="2468880"/>
                </a:lnTo>
                <a:close/>
                <a:moveTo>
                  <a:pt x="0" y="0"/>
                </a:moveTo>
                <a:lnTo>
                  <a:pt x="12188952" y="0"/>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bg1"/>
                </a:solidFill>
              </a:defRPr>
            </a:lvl1pPr>
          </a:lstStyle>
          <a:p>
            <a:r>
              <a:rPr lang="en-US"/>
              <a:t>Click to edit Master title style</a:t>
            </a:r>
            <a:endParaRPr lang="en-ZA"/>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a:p>
        </p:txBody>
      </p:sp>
      <p:sp>
        <p:nvSpPr>
          <p:cNvPr id="4" name="Text Placeholder 3">
            <a:extLst>
              <a:ext uri="{FF2B5EF4-FFF2-40B4-BE49-F238E27FC236}">
                <a16:creationId xmlns:a16="http://schemas.microsoft.com/office/drawing/2014/main" id="{38840922-E552-4901-81AD-E458DA6BF7FE}"/>
              </a:ext>
            </a:extLst>
          </p:cNvPr>
          <p:cNvSpPr>
            <a:spLocks noGrp="1"/>
          </p:cNvSpPr>
          <p:nvPr>
            <p:ph type="body" sz="quarter" idx="39" hasCustomPrompt="1"/>
          </p:nvPr>
        </p:nvSpPr>
        <p:spPr>
          <a:xfrm>
            <a:off x="1066800" y="1525143"/>
            <a:ext cx="10058400" cy="548640"/>
          </a:xfrm>
        </p:spPr>
        <p:txBody>
          <a:bodyPr>
            <a:noAutofit/>
          </a:bodyPr>
          <a:lstStyle>
            <a:lvl1pPr marL="0" indent="0" algn="ctr">
              <a:buNone/>
              <a:defRPr sz="2000">
                <a:solidFill>
                  <a:schemeClr val="bg1"/>
                </a:solidFill>
                <a:latin typeface="+mj-lt"/>
              </a:defRPr>
            </a:lvl1pPr>
            <a:lvl2pPr marL="457200" indent="0" algn="ctr">
              <a:buNone/>
              <a:defRPr sz="2400">
                <a:latin typeface="+mj-lt"/>
              </a:defRPr>
            </a:lvl2pPr>
            <a:lvl3pPr marL="914400" indent="0" algn="ctr">
              <a:buNone/>
              <a:defRPr sz="2400">
                <a:latin typeface="+mj-lt"/>
              </a:defRPr>
            </a:lvl3pPr>
            <a:lvl4pPr marL="1371600" indent="0" algn="ctr">
              <a:buNone/>
              <a:defRPr sz="2400">
                <a:latin typeface="+mj-lt"/>
              </a:defRPr>
            </a:lvl4pPr>
            <a:lvl5pPr marL="1828800" indent="0" algn="ctr">
              <a:buNone/>
              <a:defRPr sz="2400">
                <a:latin typeface="+mj-lt"/>
              </a:defRPr>
            </a:lvl5pPr>
          </a:lstStyle>
          <a:p>
            <a:pPr lvl="0"/>
            <a:r>
              <a:rPr lang="en-US"/>
              <a:t>Click to edit subtitle</a:t>
            </a:r>
          </a:p>
        </p:txBody>
      </p:sp>
      <p:sp>
        <p:nvSpPr>
          <p:cNvPr id="17" name="Date Placeholder 6">
            <a:extLst>
              <a:ext uri="{FF2B5EF4-FFF2-40B4-BE49-F238E27FC236}">
                <a16:creationId xmlns:a16="http://schemas.microsoft.com/office/drawing/2014/main" id="{5DC05003-DC7F-4DC2-9902-F09425302D88}"/>
              </a:ext>
            </a:extLst>
          </p:cNvPr>
          <p:cNvSpPr>
            <a:spLocks noGrp="1"/>
          </p:cNvSpPr>
          <p:nvPr>
            <p:ph type="dt" sz="half" idx="40"/>
          </p:nvPr>
        </p:nvSpPr>
        <p:spPr>
          <a:xfrm>
            <a:off x="838200" y="6356350"/>
            <a:ext cx="2743200" cy="365125"/>
          </a:xfrm>
        </p:spPr>
        <p:txBody>
          <a:bodyPr/>
          <a:lstStyle>
            <a:lvl1pPr>
              <a:defRPr>
                <a:solidFill>
                  <a:schemeClr val="bg1"/>
                </a:solidFill>
              </a:defRPr>
            </a:lvl1pPr>
          </a:lstStyle>
          <a:p>
            <a:r>
              <a:rPr lang="en-US"/>
              <a:t>7/14/20XX</a:t>
            </a:r>
          </a:p>
        </p:txBody>
      </p:sp>
      <p:sp>
        <p:nvSpPr>
          <p:cNvPr id="16" name="Text Placeholder 8">
            <a:extLst>
              <a:ext uri="{FF2B5EF4-FFF2-40B4-BE49-F238E27FC236}">
                <a16:creationId xmlns:a16="http://schemas.microsoft.com/office/drawing/2014/main" id="{7E5DD934-36C9-4200-9B07-20B7B5F9B9D3}"/>
              </a:ext>
            </a:extLst>
          </p:cNvPr>
          <p:cNvSpPr>
            <a:spLocks noGrp="1"/>
          </p:cNvSpPr>
          <p:nvPr>
            <p:ph type="body" sz="quarter" idx="41" hasCustomPrompt="1"/>
          </p:nvPr>
        </p:nvSpPr>
        <p:spPr>
          <a:xfrm>
            <a:off x="1444752" y="2697480"/>
            <a:ext cx="2926080" cy="2504064"/>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a:t>Bullet 2</a:t>
            </a:r>
            <a:endParaRPr lang="en-ZA"/>
          </a:p>
        </p:txBody>
      </p:sp>
      <p:sp>
        <p:nvSpPr>
          <p:cNvPr id="18" name="Text Placeholder 8">
            <a:extLst>
              <a:ext uri="{FF2B5EF4-FFF2-40B4-BE49-F238E27FC236}">
                <a16:creationId xmlns:a16="http://schemas.microsoft.com/office/drawing/2014/main" id="{6131369D-6688-434C-89C0-00892AA26C87}"/>
              </a:ext>
            </a:extLst>
          </p:cNvPr>
          <p:cNvSpPr>
            <a:spLocks noGrp="1"/>
          </p:cNvSpPr>
          <p:nvPr>
            <p:ph type="body" sz="quarter" idx="42" hasCustomPrompt="1"/>
          </p:nvPr>
        </p:nvSpPr>
        <p:spPr>
          <a:xfrm>
            <a:off x="4636008" y="2697587"/>
            <a:ext cx="2926080" cy="2505345"/>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a:t>Bullet 3</a:t>
            </a:r>
            <a:endParaRPr lang="en-ZA"/>
          </a:p>
        </p:txBody>
      </p:sp>
      <p:sp>
        <p:nvSpPr>
          <p:cNvPr id="19" name="Text Placeholder 8">
            <a:extLst>
              <a:ext uri="{FF2B5EF4-FFF2-40B4-BE49-F238E27FC236}">
                <a16:creationId xmlns:a16="http://schemas.microsoft.com/office/drawing/2014/main" id="{255864CA-BF08-4C2C-88EB-589BDFBE27B3}"/>
              </a:ext>
            </a:extLst>
          </p:cNvPr>
          <p:cNvSpPr>
            <a:spLocks noGrp="1"/>
          </p:cNvSpPr>
          <p:nvPr>
            <p:ph type="body" sz="quarter" idx="43" hasCustomPrompt="1"/>
          </p:nvPr>
        </p:nvSpPr>
        <p:spPr>
          <a:xfrm>
            <a:off x="7790688" y="2697587"/>
            <a:ext cx="2926080" cy="2505345"/>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a:t>Bullet 4</a:t>
            </a:r>
            <a:endParaRPr lang="en-ZA"/>
          </a:p>
        </p:txBody>
      </p:sp>
      <p:sp>
        <p:nvSpPr>
          <p:cNvPr id="29" name="Rectangle 28">
            <a:extLst>
              <a:ext uri="{FF2B5EF4-FFF2-40B4-BE49-F238E27FC236}">
                <a16:creationId xmlns:a16="http://schemas.microsoft.com/office/drawing/2014/main" id="{9B0287FA-646A-4E57-8C1A-1931B75F19B1}"/>
              </a:ext>
              <a:ext uri="{C183D7F6-B498-43B3-948B-1728B52AA6E4}">
                <adec:decorative xmlns:adec="http://schemas.microsoft.com/office/drawing/2017/decorative" val="1"/>
              </a:ext>
            </a:extLst>
          </p:cNvPr>
          <p:cNvSpPr/>
          <p:nvPr userDrawn="1"/>
        </p:nvSpPr>
        <p:spPr>
          <a:xfrm>
            <a:off x="4636008" y="2468880"/>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ED43C36-F674-49C6-8542-3721B150B182}"/>
              </a:ext>
              <a:ext uri="{C183D7F6-B498-43B3-948B-1728B52AA6E4}">
                <adec:decorative xmlns:adec="http://schemas.microsoft.com/office/drawing/2017/decorative" val="1"/>
              </a:ext>
            </a:extLst>
          </p:cNvPr>
          <p:cNvSpPr/>
          <p:nvPr userDrawn="1"/>
        </p:nvSpPr>
        <p:spPr>
          <a:xfrm>
            <a:off x="7790688" y="2468880"/>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CCF3302-2960-44AC-A88C-4C281751163B}"/>
              </a:ext>
              <a:ext uri="{C183D7F6-B498-43B3-948B-1728B52AA6E4}">
                <adec:decorative xmlns:adec="http://schemas.microsoft.com/office/drawing/2017/decorative" val="1"/>
              </a:ext>
            </a:extLst>
          </p:cNvPr>
          <p:cNvSpPr/>
          <p:nvPr userDrawn="1"/>
        </p:nvSpPr>
        <p:spPr>
          <a:xfrm>
            <a:off x="1444752" y="2468880"/>
            <a:ext cx="29260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673352" y="3584448"/>
            <a:ext cx="2468880" cy="1371600"/>
          </a:xfrm>
        </p:spPr>
        <p:txBody>
          <a:bodyPr/>
          <a:lstStyle>
            <a:lvl1pPr marL="0" indent="0" algn="ctr">
              <a:lnSpc>
                <a:spcPts val="2200"/>
              </a:lnSpc>
              <a:spcBef>
                <a:spcPts val="0"/>
              </a:spcBef>
              <a:buNone/>
              <a:defRPr sz="1400">
                <a:solidFill>
                  <a:schemeClr val="tx1"/>
                </a:solidFill>
              </a:defRPr>
            </a:lvl1pPr>
          </a:lstStyle>
          <a:p>
            <a:pPr lvl="0"/>
            <a:r>
              <a:rPr lang="en-US"/>
              <a:t>Bullet Description</a:t>
            </a:r>
            <a:endParaRPr lang="en-ZA"/>
          </a:p>
        </p:txBody>
      </p:sp>
      <p:sp>
        <p:nvSpPr>
          <p:cNvPr id="12" name="Text Placeholder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4873775" y="3584448"/>
            <a:ext cx="2468880" cy="1371600"/>
          </a:xfrm>
        </p:spPr>
        <p:txBody>
          <a:bodyPr/>
          <a:lstStyle>
            <a:lvl1pPr marL="0" indent="0" algn="ctr">
              <a:lnSpc>
                <a:spcPts val="2200"/>
              </a:lnSpc>
              <a:spcBef>
                <a:spcPts val="0"/>
              </a:spcBef>
              <a:buNone/>
              <a:defRPr sz="1400">
                <a:solidFill>
                  <a:schemeClr val="tx1"/>
                </a:solidFill>
              </a:defRPr>
            </a:lvl1pPr>
          </a:lstStyle>
          <a:p>
            <a:pPr lvl="0"/>
            <a:r>
              <a:rPr lang="en-US"/>
              <a:t>Bullet Description</a:t>
            </a:r>
            <a:endParaRPr lang="en-ZA"/>
          </a:p>
        </p:txBody>
      </p:sp>
      <p:sp>
        <p:nvSpPr>
          <p:cNvPr id="14" name="Text Placeholder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8019288" y="3584448"/>
            <a:ext cx="2468880" cy="1371600"/>
          </a:xfrm>
        </p:spPr>
        <p:txBody>
          <a:bodyPr/>
          <a:lstStyle>
            <a:lvl1pPr marL="0" indent="0" algn="ctr">
              <a:lnSpc>
                <a:spcPts val="2200"/>
              </a:lnSpc>
              <a:spcBef>
                <a:spcPts val="0"/>
              </a:spcBef>
              <a:buNone/>
              <a:defRPr sz="1400">
                <a:solidFill>
                  <a:schemeClr val="tx1"/>
                </a:solidFill>
              </a:defRPr>
            </a:lvl1pPr>
          </a:lstStyle>
          <a:p>
            <a:pPr lvl="0"/>
            <a:r>
              <a:rPr lang="en-US"/>
              <a:t>Bullet Description</a:t>
            </a:r>
            <a:endParaRPr lang="en-ZA"/>
          </a:p>
        </p:txBody>
      </p:sp>
    </p:spTree>
    <p:extLst>
      <p:ext uri="{BB962C8B-B14F-4D97-AF65-F5344CB8AC3E}">
        <p14:creationId xmlns:p14="http://schemas.microsoft.com/office/powerpoint/2010/main" val="309957838"/>
      </p:ext>
    </p:extLst>
  </p:cSld>
  <p:clrMapOvr>
    <a:masterClrMapping/>
  </p:clrMapOvr>
  <p:extLst>
    <p:ext uri="{DCECCB84-F9BA-43D5-87BE-67443E8EF086}">
      <p15:sldGuideLst xmlns:p15="http://schemas.microsoft.com/office/powerpoint/2012/main">
        <p15:guide id="1" orient="horz" pos="76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adra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ZA"/>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65000"/>
                    <a:lumOff val="35000"/>
                  </a:schemeClr>
                </a:solidFill>
              </a:defRPr>
            </a:lvl1pPr>
          </a:lstStyle>
          <a:p>
            <a:r>
              <a:rPr lang="en-ZA"/>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65000"/>
                    <a:lumOff val="35000"/>
                  </a:schemeClr>
                </a:solidFill>
              </a:defRPr>
            </a:lvl1pPr>
          </a:lstStyle>
          <a:p>
            <a:fld id="{19B51A1E-902D-48AF-9020-955120F399B6}" type="slidenum">
              <a:rPr lang="en-ZA" smtClean="0"/>
              <a:pPr/>
              <a:t>‹#›</a:t>
            </a:fld>
            <a:endParaRPr lang="en-ZA"/>
          </a:p>
        </p:txBody>
      </p:sp>
      <p:sp>
        <p:nvSpPr>
          <p:cNvPr id="15" name="Text Placeholder 5">
            <a:extLst>
              <a:ext uri="{FF2B5EF4-FFF2-40B4-BE49-F238E27FC236}">
                <a16:creationId xmlns:a16="http://schemas.microsoft.com/office/drawing/2014/main" id="{5487709A-3CB5-4242-9D31-5DAC5D0494A9}"/>
              </a:ext>
            </a:extLst>
          </p:cNvPr>
          <p:cNvSpPr>
            <a:spLocks noGrp="1"/>
          </p:cNvSpPr>
          <p:nvPr>
            <p:ph type="body" sz="quarter" idx="12" hasCustomPrompt="1"/>
          </p:nvPr>
        </p:nvSpPr>
        <p:spPr>
          <a:xfrm>
            <a:off x="5109000" y="2130552"/>
            <a:ext cx="2011680" cy="274320"/>
          </a:xfrm>
        </p:spPr>
        <p:txBody>
          <a:bodyPr/>
          <a:lstStyle>
            <a:lvl1pPr marL="0" indent="0" algn="ctr">
              <a:buFont typeface="Arial" panose="020B0604020202020204" pitchFamily="34" charset="0"/>
              <a:buNone/>
              <a:defRPr sz="1400">
                <a:solidFill>
                  <a:schemeClr val="tx1"/>
                </a:solidFill>
                <a:latin typeface="+mj-lt"/>
              </a:defRPr>
            </a:lvl1pPr>
          </a:lstStyle>
          <a:p>
            <a:pPr lvl="0"/>
            <a:r>
              <a:rPr lang="en-US"/>
              <a:t>Quadrant Title</a:t>
            </a:r>
          </a:p>
        </p:txBody>
      </p:sp>
      <p:sp>
        <p:nvSpPr>
          <p:cNvPr id="16" name="Text Placeholder 5">
            <a:extLst>
              <a:ext uri="{FF2B5EF4-FFF2-40B4-BE49-F238E27FC236}">
                <a16:creationId xmlns:a16="http://schemas.microsoft.com/office/drawing/2014/main" id="{D81AA656-0DD9-4717-8FC2-4C8C03D0634D}"/>
              </a:ext>
            </a:extLst>
          </p:cNvPr>
          <p:cNvSpPr>
            <a:spLocks noGrp="1"/>
          </p:cNvSpPr>
          <p:nvPr>
            <p:ph type="body" sz="quarter" idx="13" hasCustomPrompt="1"/>
          </p:nvPr>
        </p:nvSpPr>
        <p:spPr>
          <a:xfrm>
            <a:off x="5109000" y="5184648"/>
            <a:ext cx="2011680" cy="274320"/>
          </a:xfrm>
        </p:spPr>
        <p:txBody>
          <a:bodyPr/>
          <a:lstStyle>
            <a:lvl1pPr marL="0" indent="0" algn="ctr">
              <a:buFont typeface="Arial" panose="020B0604020202020204" pitchFamily="34" charset="0"/>
              <a:buNone/>
              <a:defRPr sz="1400">
                <a:solidFill>
                  <a:schemeClr val="tx1"/>
                </a:solidFill>
                <a:latin typeface="+mj-lt"/>
              </a:defRPr>
            </a:lvl1pPr>
          </a:lstStyle>
          <a:p>
            <a:pPr lvl="0"/>
            <a:r>
              <a:rPr lang="en-US"/>
              <a:t>Quadrant Title</a:t>
            </a:r>
          </a:p>
        </p:txBody>
      </p:sp>
      <p:sp>
        <p:nvSpPr>
          <p:cNvPr id="17" name="Text Placeholder 5">
            <a:extLst>
              <a:ext uri="{FF2B5EF4-FFF2-40B4-BE49-F238E27FC236}">
                <a16:creationId xmlns:a16="http://schemas.microsoft.com/office/drawing/2014/main" id="{970652C9-A2DF-48D4-9530-B3F495F7A401}"/>
              </a:ext>
            </a:extLst>
          </p:cNvPr>
          <p:cNvSpPr>
            <a:spLocks noGrp="1"/>
          </p:cNvSpPr>
          <p:nvPr>
            <p:ph type="body" sz="quarter" idx="14" hasCustomPrompt="1"/>
          </p:nvPr>
        </p:nvSpPr>
        <p:spPr>
          <a:xfrm>
            <a:off x="841248" y="3273552"/>
            <a:ext cx="2011680" cy="274320"/>
          </a:xfrm>
        </p:spPr>
        <p:txBody>
          <a:bodyPr/>
          <a:lstStyle>
            <a:lvl1pPr marL="0" indent="0" algn="l">
              <a:buFont typeface="Arial" panose="020B0604020202020204" pitchFamily="34" charset="0"/>
              <a:buNone/>
              <a:defRPr sz="1400">
                <a:solidFill>
                  <a:schemeClr val="tx1"/>
                </a:solidFill>
                <a:latin typeface="+mj-lt"/>
              </a:defRPr>
            </a:lvl1pPr>
          </a:lstStyle>
          <a:p>
            <a:pPr lvl="0"/>
            <a:r>
              <a:rPr lang="en-US"/>
              <a:t>Quadrant Title</a:t>
            </a:r>
          </a:p>
        </p:txBody>
      </p:sp>
      <p:sp>
        <p:nvSpPr>
          <p:cNvPr id="18" name="Text Placeholder 5">
            <a:extLst>
              <a:ext uri="{FF2B5EF4-FFF2-40B4-BE49-F238E27FC236}">
                <a16:creationId xmlns:a16="http://schemas.microsoft.com/office/drawing/2014/main" id="{FBD279E7-C7DE-4501-9F36-BA9F05FFFF5C}"/>
              </a:ext>
            </a:extLst>
          </p:cNvPr>
          <p:cNvSpPr>
            <a:spLocks noGrp="1"/>
          </p:cNvSpPr>
          <p:nvPr>
            <p:ph type="body" sz="quarter" idx="15" hasCustomPrompt="1"/>
          </p:nvPr>
        </p:nvSpPr>
        <p:spPr>
          <a:xfrm>
            <a:off x="9345168" y="3273552"/>
            <a:ext cx="2011680" cy="274320"/>
          </a:xfrm>
        </p:spPr>
        <p:txBody>
          <a:bodyPr/>
          <a:lstStyle>
            <a:lvl1pPr marL="0" indent="0" algn="r">
              <a:buFont typeface="Arial" panose="020B0604020202020204" pitchFamily="34" charset="0"/>
              <a:buNone/>
              <a:defRPr sz="1400">
                <a:solidFill>
                  <a:schemeClr val="tx1"/>
                </a:solidFill>
                <a:latin typeface="+mj-lt"/>
              </a:defRPr>
            </a:lvl1pPr>
          </a:lstStyle>
          <a:p>
            <a:pPr lvl="0"/>
            <a:r>
              <a:rPr lang="en-US"/>
              <a:t>Quadrant Title</a:t>
            </a:r>
          </a:p>
        </p:txBody>
      </p:sp>
      <p:cxnSp>
        <p:nvCxnSpPr>
          <p:cNvPr id="19" name="Straight Connector 18">
            <a:extLst>
              <a:ext uri="{FF2B5EF4-FFF2-40B4-BE49-F238E27FC236}">
                <a16:creationId xmlns:a16="http://schemas.microsoft.com/office/drawing/2014/main" id="{514BA6D1-4FDE-40E9-9F24-4719889A55F7}"/>
              </a:ext>
            </a:extLst>
          </p:cNvPr>
          <p:cNvCxnSpPr>
            <a:cxnSpLocks/>
          </p:cNvCxnSpPr>
          <p:nvPr userDrawn="1"/>
        </p:nvCxnSpPr>
        <p:spPr>
          <a:xfrm>
            <a:off x="929640" y="3631616"/>
            <a:ext cx="10332720" cy="0"/>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1A3B553-82A9-403C-B8D4-D8C8A4A395B7}"/>
              </a:ext>
            </a:extLst>
          </p:cNvPr>
          <p:cNvCxnSpPr>
            <a:cxnSpLocks/>
          </p:cNvCxnSpPr>
          <p:nvPr userDrawn="1"/>
        </p:nvCxnSpPr>
        <p:spPr>
          <a:xfrm>
            <a:off x="6096000" y="2473690"/>
            <a:ext cx="0" cy="2560320"/>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Date Placeholder 4">
            <a:extLst>
              <a:ext uri="{FF2B5EF4-FFF2-40B4-BE49-F238E27FC236}">
                <a16:creationId xmlns:a16="http://schemas.microsoft.com/office/drawing/2014/main" id="{25C7676A-1D83-4D31-9C74-59C46F152534}"/>
              </a:ext>
            </a:extLst>
          </p:cNvPr>
          <p:cNvSpPr>
            <a:spLocks noGrp="1"/>
          </p:cNvSpPr>
          <p:nvPr>
            <p:ph type="dt" sz="half" idx="16"/>
          </p:nvPr>
        </p:nvSpPr>
        <p:spPr>
          <a:xfrm>
            <a:off x="838200" y="6356350"/>
            <a:ext cx="2743200" cy="365125"/>
          </a:xfrm>
        </p:spPr>
        <p:txBody>
          <a:bodyPr/>
          <a:lstStyle>
            <a:lvl1pPr>
              <a:defRPr>
                <a:solidFill>
                  <a:schemeClr val="tx1">
                    <a:lumMod val="65000"/>
                    <a:lumOff val="35000"/>
                  </a:schemeClr>
                </a:solidFill>
              </a:defRPr>
            </a:lvl1pPr>
          </a:lstStyle>
          <a:p>
            <a:r>
              <a:rPr lang="en-US"/>
              <a:t>7/14/20XX</a:t>
            </a:r>
          </a:p>
        </p:txBody>
      </p:sp>
    </p:spTree>
    <p:extLst>
      <p:ext uri="{BB962C8B-B14F-4D97-AF65-F5344CB8AC3E}">
        <p14:creationId xmlns:p14="http://schemas.microsoft.com/office/powerpoint/2010/main" val="487901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E034D-C1DD-48C0-BB6B-FDC6F8EBA5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77FFB71-D3BF-4723-8C5E-44AD8F0E924D}"/>
              </a:ext>
            </a:extLst>
          </p:cNvPr>
          <p:cNvSpPr>
            <a:spLocks noGrp="1"/>
          </p:cNvSpPr>
          <p:nvPr>
            <p:ph type="body" idx="1"/>
          </p:nvPr>
        </p:nvSpPr>
        <p:spPr>
          <a:xfrm>
            <a:off x="839788" y="1933902"/>
            <a:ext cx="5157787" cy="567697"/>
          </a:xfrm>
        </p:spPr>
        <p:txBody>
          <a:bodyPr anchor="b" anchorCtr="0">
            <a:norm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1BC8B9-8F2B-4131-A090-0ACBEEE80B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14E40B-C52C-407A-9311-46FDCD84CB5A}"/>
              </a:ext>
            </a:extLst>
          </p:cNvPr>
          <p:cNvSpPr>
            <a:spLocks noGrp="1"/>
          </p:cNvSpPr>
          <p:nvPr>
            <p:ph type="body" sz="quarter" idx="3"/>
          </p:nvPr>
        </p:nvSpPr>
        <p:spPr>
          <a:xfrm>
            <a:off x="6172200" y="1933902"/>
            <a:ext cx="5183188" cy="567697"/>
          </a:xfrm>
        </p:spPr>
        <p:txBody>
          <a:bodyPr anchor="b" anchorCtr="0">
            <a:norm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96ED23-22F0-421E-849C-630BEABF8B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0A2F77-6CFB-4347-9224-EFAA0C0EF3DB}"/>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a:t>7/14/20XX</a:t>
            </a:r>
          </a:p>
        </p:txBody>
      </p:sp>
      <p:sp>
        <p:nvSpPr>
          <p:cNvPr id="8" name="Footer Placeholder 7">
            <a:extLst>
              <a:ext uri="{FF2B5EF4-FFF2-40B4-BE49-F238E27FC236}">
                <a16:creationId xmlns:a16="http://schemas.microsoft.com/office/drawing/2014/main" id="{97C1F45E-8700-4861-AD21-BB7A09E1305A}"/>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a:t>Pitch deck title</a:t>
            </a:r>
          </a:p>
        </p:txBody>
      </p:sp>
      <p:sp>
        <p:nvSpPr>
          <p:cNvPr id="9" name="Slide Number Placeholder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a:p>
        </p:txBody>
      </p:sp>
      <p:sp>
        <p:nvSpPr>
          <p:cNvPr id="11" name="Text Placeholder 10">
            <a:extLst>
              <a:ext uri="{FF2B5EF4-FFF2-40B4-BE49-F238E27FC236}">
                <a16:creationId xmlns:a16="http://schemas.microsoft.com/office/drawing/2014/main" id="{ADF6BB91-26DF-45B2-B1D3-508C39F349CD}"/>
              </a:ext>
            </a:extLst>
          </p:cNvPr>
          <p:cNvSpPr>
            <a:spLocks noGrp="1"/>
          </p:cNvSpPr>
          <p:nvPr>
            <p:ph type="body" sz="quarter" idx="13" hasCustomPrompt="1"/>
          </p:nvPr>
        </p:nvSpPr>
        <p:spPr>
          <a:xfrm>
            <a:off x="836613" y="1482296"/>
            <a:ext cx="8321040" cy="365125"/>
          </a:xfrm>
        </p:spPr>
        <p:txBody>
          <a:bodyPr>
            <a:noAutofit/>
          </a:bodyPr>
          <a:lstStyle>
            <a:lvl1pPr marL="0" indent="0">
              <a:buNone/>
              <a:defRPr sz="2000">
                <a:latin typeface="+mj-lt"/>
              </a:defRPr>
            </a:lvl1pPr>
            <a:lvl2pPr marL="457200" indent="0">
              <a:buNone/>
              <a:defRPr sz="2000">
                <a:latin typeface="+mj-lt"/>
              </a:defRPr>
            </a:lvl2pPr>
            <a:lvl3pPr marL="914400" indent="0">
              <a:buNone/>
              <a:defRPr sz="2000">
                <a:latin typeface="+mj-lt"/>
              </a:defRPr>
            </a:lvl3pPr>
            <a:lvl4pPr marL="1371600" indent="0">
              <a:buNone/>
              <a:defRPr sz="2000">
                <a:latin typeface="+mj-lt"/>
              </a:defRPr>
            </a:lvl4pPr>
            <a:lvl5pPr marL="1828800" indent="0">
              <a:buNone/>
              <a:defRPr sz="2000">
                <a:latin typeface="+mj-lt"/>
              </a:defRPr>
            </a:lvl5pPr>
          </a:lstStyle>
          <a:p>
            <a:pPr lvl="0"/>
            <a:r>
              <a:rPr lang="en-US"/>
              <a:t>Click to edit subtitle</a:t>
            </a:r>
          </a:p>
        </p:txBody>
      </p:sp>
    </p:spTree>
    <p:extLst>
      <p:ext uri="{BB962C8B-B14F-4D97-AF65-F5344CB8AC3E}">
        <p14:creationId xmlns:p14="http://schemas.microsoft.com/office/powerpoint/2010/main" val="692630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solidFill>
              </a:defRPr>
            </a:lvl1pPr>
          </a:lstStyle>
          <a:p>
            <a:r>
              <a:rPr lang="en-US"/>
              <a:t>CLICK TO EDIT MASTER TITLE STYLE</a:t>
            </a:r>
            <a:endParaRPr lang="en-ZA"/>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tx1">
                    <a:lumMod val="65000"/>
                    <a:lumOff val="35000"/>
                  </a:schemeClr>
                </a:solidFill>
              </a:defRPr>
            </a:lvl1pPr>
          </a:lstStyle>
          <a:p>
            <a:r>
              <a:rPr lang="en-ZA"/>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tx1">
                    <a:lumMod val="65000"/>
                    <a:lumOff val="35000"/>
                  </a:schemeClr>
                </a:solidFill>
              </a:defRPr>
            </a:lvl1pPr>
          </a:lstStyle>
          <a:p>
            <a:fld id="{19B51A1E-902D-48AF-9020-955120F399B6}" type="slidenum">
              <a:rPr lang="en-ZA" smtClean="0"/>
              <a:pPr/>
              <a:t>‹#›</a:t>
            </a:fld>
            <a:endParaRPr lang="en-ZA"/>
          </a:p>
        </p:txBody>
      </p:sp>
      <p:sp>
        <p:nvSpPr>
          <p:cNvPr id="38" name="Text Placeholder 10">
            <a:extLst>
              <a:ext uri="{FF2B5EF4-FFF2-40B4-BE49-F238E27FC236}">
                <a16:creationId xmlns:a16="http://schemas.microsoft.com/office/drawing/2014/main" id="{51F6740D-79A8-4846-A90A-F1FF9BBDD00D}"/>
              </a:ext>
            </a:extLst>
          </p:cNvPr>
          <p:cNvSpPr>
            <a:spLocks noGrp="1"/>
          </p:cNvSpPr>
          <p:nvPr>
            <p:ph type="body" sz="quarter" idx="33" hasCustomPrompt="1"/>
          </p:nvPr>
        </p:nvSpPr>
        <p:spPr>
          <a:xfrm>
            <a:off x="914399" y="3422952"/>
            <a:ext cx="731520" cy="457200"/>
          </a:xfrm>
        </p:spPr>
        <p:txBody>
          <a:bodyPr anchor="ctr"/>
          <a:lstStyle>
            <a:lvl1pPr marL="0" indent="0" algn="ctr">
              <a:buNone/>
              <a:defRPr sz="1400" b="1">
                <a:solidFill>
                  <a:schemeClr val="tx1">
                    <a:lumMod val="65000"/>
                    <a:lumOff val="35000"/>
                  </a:schemeClr>
                </a:solidFill>
                <a:latin typeface="+mj-lt"/>
              </a:defRPr>
            </a:lvl1pPr>
          </a:lstStyle>
          <a:p>
            <a:pPr lvl="0"/>
            <a:r>
              <a:rPr lang="en-US"/>
              <a:t>Year</a:t>
            </a:r>
            <a:endParaRPr lang="en-ZA"/>
          </a:p>
        </p:txBody>
      </p:sp>
      <p:sp>
        <p:nvSpPr>
          <p:cNvPr id="39" name="Text Placeholder 10">
            <a:extLst>
              <a:ext uri="{FF2B5EF4-FFF2-40B4-BE49-F238E27FC236}">
                <a16:creationId xmlns:a16="http://schemas.microsoft.com/office/drawing/2014/main" id="{93E06E79-FBB7-4594-8FC7-631D174541D7}"/>
              </a:ext>
            </a:extLst>
          </p:cNvPr>
          <p:cNvSpPr>
            <a:spLocks noGrp="1"/>
          </p:cNvSpPr>
          <p:nvPr>
            <p:ph type="body" sz="quarter" idx="34" hasCustomPrompt="1"/>
          </p:nvPr>
        </p:nvSpPr>
        <p:spPr>
          <a:xfrm>
            <a:off x="1965960" y="3570392"/>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40" name="Text Placeholder 10">
            <a:extLst>
              <a:ext uri="{FF2B5EF4-FFF2-40B4-BE49-F238E27FC236}">
                <a16:creationId xmlns:a16="http://schemas.microsoft.com/office/drawing/2014/main" id="{5B6D7F47-7406-4B82-8180-F3AD59BC6561}"/>
              </a:ext>
            </a:extLst>
          </p:cNvPr>
          <p:cNvSpPr>
            <a:spLocks noGrp="1"/>
          </p:cNvSpPr>
          <p:nvPr>
            <p:ph type="body" sz="quarter" idx="35" hasCustomPrompt="1"/>
          </p:nvPr>
        </p:nvSpPr>
        <p:spPr>
          <a:xfrm>
            <a:off x="2753880" y="3570392"/>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41" name="Text Placeholder 10">
            <a:extLst>
              <a:ext uri="{FF2B5EF4-FFF2-40B4-BE49-F238E27FC236}">
                <a16:creationId xmlns:a16="http://schemas.microsoft.com/office/drawing/2014/main" id="{5B79AE07-3E86-4374-9F86-8B70E8158AB1}"/>
              </a:ext>
            </a:extLst>
          </p:cNvPr>
          <p:cNvSpPr>
            <a:spLocks noGrp="1"/>
          </p:cNvSpPr>
          <p:nvPr>
            <p:ph type="body" sz="quarter" idx="36" hasCustomPrompt="1"/>
          </p:nvPr>
        </p:nvSpPr>
        <p:spPr>
          <a:xfrm>
            <a:off x="3541800" y="3570392"/>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42" name="Text Placeholder 10">
            <a:extLst>
              <a:ext uri="{FF2B5EF4-FFF2-40B4-BE49-F238E27FC236}">
                <a16:creationId xmlns:a16="http://schemas.microsoft.com/office/drawing/2014/main" id="{C939686F-A239-4AFE-AF56-38497CCD7491}"/>
              </a:ext>
            </a:extLst>
          </p:cNvPr>
          <p:cNvSpPr>
            <a:spLocks noGrp="1"/>
          </p:cNvSpPr>
          <p:nvPr>
            <p:ph type="body" sz="quarter" idx="37" hasCustomPrompt="1"/>
          </p:nvPr>
        </p:nvSpPr>
        <p:spPr>
          <a:xfrm>
            <a:off x="4329720" y="3570392"/>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43" name="Text Placeholder 10">
            <a:extLst>
              <a:ext uri="{FF2B5EF4-FFF2-40B4-BE49-F238E27FC236}">
                <a16:creationId xmlns:a16="http://schemas.microsoft.com/office/drawing/2014/main" id="{A634BB4E-B10D-4761-A0B8-EBC734EC96DD}"/>
              </a:ext>
            </a:extLst>
          </p:cNvPr>
          <p:cNvSpPr>
            <a:spLocks noGrp="1"/>
          </p:cNvSpPr>
          <p:nvPr>
            <p:ph type="body" sz="quarter" idx="38" hasCustomPrompt="1"/>
          </p:nvPr>
        </p:nvSpPr>
        <p:spPr>
          <a:xfrm>
            <a:off x="914400" y="4224228"/>
            <a:ext cx="731520" cy="457200"/>
          </a:xfrm>
        </p:spPr>
        <p:txBody>
          <a:bodyPr anchor="ctr"/>
          <a:lstStyle>
            <a:lvl1pPr marL="0" indent="0" algn="ctr">
              <a:buNone/>
              <a:defRPr sz="1400" b="1">
                <a:solidFill>
                  <a:schemeClr val="tx1">
                    <a:lumMod val="65000"/>
                    <a:lumOff val="35000"/>
                  </a:schemeClr>
                </a:solidFill>
                <a:latin typeface="+mj-lt"/>
              </a:defRPr>
            </a:lvl1pPr>
          </a:lstStyle>
          <a:p>
            <a:pPr lvl="0"/>
            <a:r>
              <a:rPr lang="en-US"/>
              <a:t>Year</a:t>
            </a:r>
            <a:endParaRPr lang="en-ZA"/>
          </a:p>
        </p:txBody>
      </p:sp>
      <p:sp>
        <p:nvSpPr>
          <p:cNvPr id="44" name="Text Placeholder 10">
            <a:extLst>
              <a:ext uri="{FF2B5EF4-FFF2-40B4-BE49-F238E27FC236}">
                <a16:creationId xmlns:a16="http://schemas.microsoft.com/office/drawing/2014/main" id="{869255BD-A63E-4BFC-9D2A-E5EABC1DCD81}"/>
              </a:ext>
            </a:extLst>
          </p:cNvPr>
          <p:cNvSpPr>
            <a:spLocks noGrp="1"/>
          </p:cNvSpPr>
          <p:nvPr>
            <p:ph type="body" sz="quarter" idx="39" hasCustomPrompt="1"/>
          </p:nvPr>
        </p:nvSpPr>
        <p:spPr>
          <a:xfrm>
            <a:off x="5117640" y="3570392"/>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45" name="Text Placeholder 10">
            <a:extLst>
              <a:ext uri="{FF2B5EF4-FFF2-40B4-BE49-F238E27FC236}">
                <a16:creationId xmlns:a16="http://schemas.microsoft.com/office/drawing/2014/main" id="{31C27FFA-6FA2-4F90-9543-8AE7E5B90E48}"/>
              </a:ext>
            </a:extLst>
          </p:cNvPr>
          <p:cNvSpPr>
            <a:spLocks noGrp="1"/>
          </p:cNvSpPr>
          <p:nvPr>
            <p:ph type="body" sz="quarter" idx="40" hasCustomPrompt="1"/>
          </p:nvPr>
        </p:nvSpPr>
        <p:spPr>
          <a:xfrm>
            <a:off x="5905560" y="3570392"/>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46" name="Text Placeholder 10">
            <a:extLst>
              <a:ext uri="{FF2B5EF4-FFF2-40B4-BE49-F238E27FC236}">
                <a16:creationId xmlns:a16="http://schemas.microsoft.com/office/drawing/2014/main" id="{DAA9F46A-F074-488E-91DA-AAC5D23406E1}"/>
              </a:ext>
            </a:extLst>
          </p:cNvPr>
          <p:cNvSpPr>
            <a:spLocks noGrp="1"/>
          </p:cNvSpPr>
          <p:nvPr>
            <p:ph type="body" sz="quarter" idx="41" hasCustomPrompt="1"/>
          </p:nvPr>
        </p:nvSpPr>
        <p:spPr>
          <a:xfrm>
            <a:off x="6693480" y="3570392"/>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47" name="Text Placeholder 10">
            <a:extLst>
              <a:ext uri="{FF2B5EF4-FFF2-40B4-BE49-F238E27FC236}">
                <a16:creationId xmlns:a16="http://schemas.microsoft.com/office/drawing/2014/main" id="{24F6FE0C-DA66-4BE4-B1CB-AE552497A035}"/>
              </a:ext>
            </a:extLst>
          </p:cNvPr>
          <p:cNvSpPr>
            <a:spLocks noGrp="1"/>
          </p:cNvSpPr>
          <p:nvPr>
            <p:ph type="body" sz="quarter" idx="42" hasCustomPrompt="1"/>
          </p:nvPr>
        </p:nvSpPr>
        <p:spPr>
          <a:xfrm>
            <a:off x="9057240" y="3570392"/>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48" name="Text Placeholder 10">
            <a:extLst>
              <a:ext uri="{FF2B5EF4-FFF2-40B4-BE49-F238E27FC236}">
                <a16:creationId xmlns:a16="http://schemas.microsoft.com/office/drawing/2014/main" id="{E02CB3CF-9E17-4C7C-913F-21EFADB96CBD}"/>
              </a:ext>
            </a:extLst>
          </p:cNvPr>
          <p:cNvSpPr>
            <a:spLocks noGrp="1"/>
          </p:cNvSpPr>
          <p:nvPr>
            <p:ph type="body" sz="quarter" idx="43" hasCustomPrompt="1"/>
          </p:nvPr>
        </p:nvSpPr>
        <p:spPr>
          <a:xfrm>
            <a:off x="7481400" y="3570392"/>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49" name="Text Placeholder 10">
            <a:extLst>
              <a:ext uri="{FF2B5EF4-FFF2-40B4-BE49-F238E27FC236}">
                <a16:creationId xmlns:a16="http://schemas.microsoft.com/office/drawing/2014/main" id="{D3AC456D-7AB5-4BB9-8F76-B607929996B1}"/>
              </a:ext>
            </a:extLst>
          </p:cNvPr>
          <p:cNvSpPr>
            <a:spLocks noGrp="1"/>
          </p:cNvSpPr>
          <p:nvPr>
            <p:ph type="body" sz="quarter" idx="44" hasCustomPrompt="1"/>
          </p:nvPr>
        </p:nvSpPr>
        <p:spPr>
          <a:xfrm>
            <a:off x="8269320" y="3570392"/>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50" name="Text Placeholder 10">
            <a:extLst>
              <a:ext uri="{FF2B5EF4-FFF2-40B4-BE49-F238E27FC236}">
                <a16:creationId xmlns:a16="http://schemas.microsoft.com/office/drawing/2014/main" id="{C5E41A6A-28FF-4A75-BA52-2FA05EE92EC7}"/>
              </a:ext>
            </a:extLst>
          </p:cNvPr>
          <p:cNvSpPr>
            <a:spLocks noGrp="1"/>
          </p:cNvSpPr>
          <p:nvPr>
            <p:ph type="body" sz="quarter" idx="45" hasCustomPrompt="1"/>
          </p:nvPr>
        </p:nvSpPr>
        <p:spPr>
          <a:xfrm>
            <a:off x="9845160" y="3570392"/>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51" name="Text Placeholder 10">
            <a:extLst>
              <a:ext uri="{FF2B5EF4-FFF2-40B4-BE49-F238E27FC236}">
                <a16:creationId xmlns:a16="http://schemas.microsoft.com/office/drawing/2014/main" id="{7A1FCD8B-8332-4362-80BA-3DBB4442605C}"/>
              </a:ext>
            </a:extLst>
          </p:cNvPr>
          <p:cNvSpPr>
            <a:spLocks noGrp="1"/>
          </p:cNvSpPr>
          <p:nvPr>
            <p:ph type="body" sz="quarter" idx="46" hasCustomPrompt="1"/>
          </p:nvPr>
        </p:nvSpPr>
        <p:spPr>
          <a:xfrm>
            <a:off x="10633085" y="3570392"/>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52" name="Text Placeholder 10">
            <a:extLst>
              <a:ext uri="{FF2B5EF4-FFF2-40B4-BE49-F238E27FC236}">
                <a16:creationId xmlns:a16="http://schemas.microsoft.com/office/drawing/2014/main" id="{F2B53D10-BB76-4138-AAB8-844DCD895BDE}"/>
              </a:ext>
            </a:extLst>
          </p:cNvPr>
          <p:cNvSpPr>
            <a:spLocks noGrp="1"/>
          </p:cNvSpPr>
          <p:nvPr>
            <p:ph type="body" sz="quarter" idx="47" hasCustomPrompt="1"/>
          </p:nvPr>
        </p:nvSpPr>
        <p:spPr>
          <a:xfrm>
            <a:off x="1969915" y="4357456"/>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53" name="Text Placeholder 10">
            <a:extLst>
              <a:ext uri="{FF2B5EF4-FFF2-40B4-BE49-F238E27FC236}">
                <a16:creationId xmlns:a16="http://schemas.microsoft.com/office/drawing/2014/main" id="{A14739AB-36C4-4467-BA10-CEA1DF2894EF}"/>
              </a:ext>
            </a:extLst>
          </p:cNvPr>
          <p:cNvSpPr>
            <a:spLocks noGrp="1"/>
          </p:cNvSpPr>
          <p:nvPr>
            <p:ph type="body" sz="quarter" idx="48" hasCustomPrompt="1"/>
          </p:nvPr>
        </p:nvSpPr>
        <p:spPr>
          <a:xfrm>
            <a:off x="2757602" y="4357456"/>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54" name="Text Placeholder 10">
            <a:extLst>
              <a:ext uri="{FF2B5EF4-FFF2-40B4-BE49-F238E27FC236}">
                <a16:creationId xmlns:a16="http://schemas.microsoft.com/office/drawing/2014/main" id="{024E2A82-D649-44D9-BAA0-65A603E113BB}"/>
              </a:ext>
            </a:extLst>
          </p:cNvPr>
          <p:cNvSpPr>
            <a:spLocks noGrp="1"/>
          </p:cNvSpPr>
          <p:nvPr>
            <p:ph type="body" sz="quarter" idx="49" hasCustomPrompt="1"/>
          </p:nvPr>
        </p:nvSpPr>
        <p:spPr>
          <a:xfrm>
            <a:off x="3545289" y="4357456"/>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55" name="Text Placeholder 10">
            <a:extLst>
              <a:ext uri="{FF2B5EF4-FFF2-40B4-BE49-F238E27FC236}">
                <a16:creationId xmlns:a16="http://schemas.microsoft.com/office/drawing/2014/main" id="{5E9DBCF1-3DA9-4975-9B75-DEFC550B69C1}"/>
              </a:ext>
            </a:extLst>
          </p:cNvPr>
          <p:cNvSpPr>
            <a:spLocks noGrp="1"/>
          </p:cNvSpPr>
          <p:nvPr>
            <p:ph type="body" sz="quarter" idx="50" hasCustomPrompt="1"/>
          </p:nvPr>
        </p:nvSpPr>
        <p:spPr>
          <a:xfrm>
            <a:off x="4332976" y="4357456"/>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56" name="Text Placeholder 10">
            <a:extLst>
              <a:ext uri="{FF2B5EF4-FFF2-40B4-BE49-F238E27FC236}">
                <a16:creationId xmlns:a16="http://schemas.microsoft.com/office/drawing/2014/main" id="{CD04D2E9-E8EB-43F6-9734-AE8BEED8D892}"/>
              </a:ext>
            </a:extLst>
          </p:cNvPr>
          <p:cNvSpPr>
            <a:spLocks noGrp="1"/>
          </p:cNvSpPr>
          <p:nvPr>
            <p:ph type="body" sz="quarter" idx="51" hasCustomPrompt="1"/>
          </p:nvPr>
        </p:nvSpPr>
        <p:spPr>
          <a:xfrm>
            <a:off x="5120663" y="4357456"/>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57" name="Text Placeholder 10">
            <a:extLst>
              <a:ext uri="{FF2B5EF4-FFF2-40B4-BE49-F238E27FC236}">
                <a16:creationId xmlns:a16="http://schemas.microsoft.com/office/drawing/2014/main" id="{DCAF80E4-457C-461E-9E59-6EA9934B8F5F}"/>
              </a:ext>
            </a:extLst>
          </p:cNvPr>
          <p:cNvSpPr>
            <a:spLocks noGrp="1"/>
          </p:cNvSpPr>
          <p:nvPr>
            <p:ph type="body" sz="quarter" idx="52" hasCustomPrompt="1"/>
          </p:nvPr>
        </p:nvSpPr>
        <p:spPr>
          <a:xfrm>
            <a:off x="5908350" y="4357456"/>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58" name="Text Placeholder 10">
            <a:extLst>
              <a:ext uri="{FF2B5EF4-FFF2-40B4-BE49-F238E27FC236}">
                <a16:creationId xmlns:a16="http://schemas.microsoft.com/office/drawing/2014/main" id="{8A2813EA-E62D-4E2E-A97F-38974F23C88E}"/>
              </a:ext>
            </a:extLst>
          </p:cNvPr>
          <p:cNvSpPr>
            <a:spLocks noGrp="1"/>
          </p:cNvSpPr>
          <p:nvPr>
            <p:ph type="body" sz="quarter" idx="53" hasCustomPrompt="1"/>
          </p:nvPr>
        </p:nvSpPr>
        <p:spPr>
          <a:xfrm>
            <a:off x="6696037" y="4357456"/>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59" name="Text Placeholder 10">
            <a:extLst>
              <a:ext uri="{FF2B5EF4-FFF2-40B4-BE49-F238E27FC236}">
                <a16:creationId xmlns:a16="http://schemas.microsoft.com/office/drawing/2014/main" id="{0A4E7225-8A60-45A3-ACE7-2D6D1EA3306D}"/>
              </a:ext>
            </a:extLst>
          </p:cNvPr>
          <p:cNvSpPr>
            <a:spLocks noGrp="1"/>
          </p:cNvSpPr>
          <p:nvPr>
            <p:ph type="body" sz="quarter" idx="54" hasCustomPrompt="1"/>
          </p:nvPr>
        </p:nvSpPr>
        <p:spPr>
          <a:xfrm>
            <a:off x="9059098" y="4357456"/>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60" name="Text Placeholder 10">
            <a:extLst>
              <a:ext uri="{FF2B5EF4-FFF2-40B4-BE49-F238E27FC236}">
                <a16:creationId xmlns:a16="http://schemas.microsoft.com/office/drawing/2014/main" id="{FD6DF9FE-80AE-43C3-B35A-B0B773A636E5}"/>
              </a:ext>
            </a:extLst>
          </p:cNvPr>
          <p:cNvSpPr>
            <a:spLocks noGrp="1"/>
          </p:cNvSpPr>
          <p:nvPr>
            <p:ph type="body" sz="quarter" idx="55" hasCustomPrompt="1"/>
          </p:nvPr>
        </p:nvSpPr>
        <p:spPr>
          <a:xfrm>
            <a:off x="7483724" y="4357456"/>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61" name="Text Placeholder 10">
            <a:extLst>
              <a:ext uri="{FF2B5EF4-FFF2-40B4-BE49-F238E27FC236}">
                <a16:creationId xmlns:a16="http://schemas.microsoft.com/office/drawing/2014/main" id="{725DE269-1E5D-4437-B997-CCFE8800082F}"/>
              </a:ext>
            </a:extLst>
          </p:cNvPr>
          <p:cNvSpPr>
            <a:spLocks noGrp="1"/>
          </p:cNvSpPr>
          <p:nvPr>
            <p:ph type="body" sz="quarter" idx="56" hasCustomPrompt="1"/>
          </p:nvPr>
        </p:nvSpPr>
        <p:spPr>
          <a:xfrm>
            <a:off x="8271411" y="4357456"/>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62" name="Text Placeholder 10">
            <a:extLst>
              <a:ext uri="{FF2B5EF4-FFF2-40B4-BE49-F238E27FC236}">
                <a16:creationId xmlns:a16="http://schemas.microsoft.com/office/drawing/2014/main" id="{EAE25BBD-7B98-417B-B9FC-B2DF70FAFDC0}"/>
              </a:ext>
            </a:extLst>
          </p:cNvPr>
          <p:cNvSpPr>
            <a:spLocks noGrp="1"/>
          </p:cNvSpPr>
          <p:nvPr>
            <p:ph type="body" sz="quarter" idx="57" hasCustomPrompt="1"/>
          </p:nvPr>
        </p:nvSpPr>
        <p:spPr>
          <a:xfrm>
            <a:off x="9846785" y="4357456"/>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63" name="Text Placeholder 10">
            <a:extLst>
              <a:ext uri="{FF2B5EF4-FFF2-40B4-BE49-F238E27FC236}">
                <a16:creationId xmlns:a16="http://schemas.microsoft.com/office/drawing/2014/main" id="{0A4DF189-5583-4731-8F70-2578793E0244}"/>
              </a:ext>
            </a:extLst>
          </p:cNvPr>
          <p:cNvSpPr>
            <a:spLocks noGrp="1"/>
          </p:cNvSpPr>
          <p:nvPr>
            <p:ph type="body" sz="quarter" idx="58" hasCustomPrompt="1"/>
          </p:nvPr>
        </p:nvSpPr>
        <p:spPr>
          <a:xfrm>
            <a:off x="10634472" y="4357456"/>
            <a:ext cx="640080" cy="201776"/>
          </a:xfrm>
        </p:spPr>
        <p:txBody>
          <a:bodyPr>
            <a:noAutofit/>
          </a:bodyPr>
          <a:lstStyle>
            <a:lvl1pPr marL="0" indent="0" algn="ctr">
              <a:buNone/>
              <a:defRPr sz="1000">
                <a:solidFill>
                  <a:schemeClr val="tx1"/>
                </a:solidFill>
              </a:defRPr>
            </a:lvl1pPr>
          </a:lstStyle>
          <a:p>
            <a:pPr lvl="0"/>
            <a:r>
              <a:rPr lang="en-US"/>
              <a:t>MM</a:t>
            </a:r>
            <a:endParaRPr lang="en-ZA"/>
          </a:p>
        </p:txBody>
      </p:sp>
      <p:sp>
        <p:nvSpPr>
          <p:cNvPr id="65" name="Text Placeholder 3">
            <a:extLst>
              <a:ext uri="{FF2B5EF4-FFF2-40B4-BE49-F238E27FC236}">
                <a16:creationId xmlns:a16="http://schemas.microsoft.com/office/drawing/2014/main" id="{06405A2E-994F-49B5-ABCB-1CA1FCEB08C7}"/>
              </a:ext>
            </a:extLst>
          </p:cNvPr>
          <p:cNvSpPr>
            <a:spLocks noGrp="1"/>
          </p:cNvSpPr>
          <p:nvPr>
            <p:ph type="body" sz="quarter" idx="59" hasCustomPrompt="1"/>
          </p:nvPr>
        </p:nvSpPr>
        <p:spPr>
          <a:xfrm>
            <a:off x="5360987" y="2055840"/>
            <a:ext cx="1828800" cy="696885"/>
          </a:xfrm>
          <a:noFill/>
          <a:ln w="12700">
            <a:solidFill>
              <a:schemeClr val="accent3"/>
            </a:solidFill>
          </a:ln>
        </p:spPr>
        <p:txBody>
          <a:bodyPr tIns="36000" anchor="ctr" anchorCtr="1">
            <a:normAutofit/>
          </a:bodyPr>
          <a:lstStyle>
            <a:lvl1pPr marL="0" indent="0" algn="ctr">
              <a:lnSpc>
                <a:spcPct val="100000"/>
              </a:lnSpc>
              <a:buNone/>
              <a:defRPr sz="1200">
                <a:solidFill>
                  <a:schemeClr val="tx1">
                    <a:lumMod val="75000"/>
                    <a:lumOff val="25000"/>
                  </a:schemeClr>
                </a:solidFill>
                <a:latin typeface="+mj-lt"/>
              </a:defRPr>
            </a:lvl1pPr>
          </a:lstStyle>
          <a:p>
            <a:pPr lvl="0"/>
            <a:r>
              <a:rPr lang="en-US"/>
              <a:t>Item Title</a:t>
            </a:r>
            <a:endParaRPr lang="en-ZA"/>
          </a:p>
        </p:txBody>
      </p:sp>
      <p:sp>
        <p:nvSpPr>
          <p:cNvPr id="67" name="Date Placeholder 4">
            <a:extLst>
              <a:ext uri="{FF2B5EF4-FFF2-40B4-BE49-F238E27FC236}">
                <a16:creationId xmlns:a16="http://schemas.microsoft.com/office/drawing/2014/main" id="{33000A7A-B075-4FF0-8FCA-89256A1A66C8}"/>
              </a:ext>
            </a:extLst>
          </p:cNvPr>
          <p:cNvSpPr>
            <a:spLocks noGrp="1"/>
          </p:cNvSpPr>
          <p:nvPr>
            <p:ph type="dt" sz="half" idx="61"/>
          </p:nvPr>
        </p:nvSpPr>
        <p:spPr>
          <a:xfrm>
            <a:off x="838200" y="6356350"/>
            <a:ext cx="2743200" cy="365125"/>
          </a:xfrm>
        </p:spPr>
        <p:txBody>
          <a:bodyPr/>
          <a:lstStyle>
            <a:lvl1pPr>
              <a:defRPr>
                <a:solidFill>
                  <a:schemeClr val="tx1">
                    <a:lumMod val="65000"/>
                    <a:lumOff val="35000"/>
                  </a:schemeClr>
                </a:solidFill>
              </a:defRPr>
            </a:lvl1pPr>
          </a:lstStyle>
          <a:p>
            <a:r>
              <a:rPr lang="en-US"/>
              <a:t>7/14/20XX</a:t>
            </a:r>
          </a:p>
        </p:txBody>
      </p:sp>
      <p:sp>
        <p:nvSpPr>
          <p:cNvPr id="3" name="Rectangle 2">
            <a:extLst>
              <a:ext uri="{FF2B5EF4-FFF2-40B4-BE49-F238E27FC236}">
                <a16:creationId xmlns:a16="http://schemas.microsoft.com/office/drawing/2014/main" id="{57AB03C7-C423-4EA2-AC0C-C153413E216C}"/>
              </a:ext>
            </a:extLst>
          </p:cNvPr>
          <p:cNvSpPr/>
          <p:nvPr userDrawn="1"/>
        </p:nvSpPr>
        <p:spPr>
          <a:xfrm>
            <a:off x="929640" y="3943857"/>
            <a:ext cx="1033272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02815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8" y="365760"/>
            <a:ext cx="10515600" cy="1325563"/>
          </a:xfrm>
        </p:spPr>
        <p:txBody>
          <a:bodyPr/>
          <a:lstStyle>
            <a:lvl1pPr>
              <a:defRPr>
                <a:solidFill>
                  <a:schemeClr val="tx1"/>
                </a:solidFill>
              </a:defRPr>
            </a:lvl1pPr>
          </a:lstStyle>
          <a:p>
            <a:r>
              <a:rPr lang="en-US"/>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3535702293"/>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4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AF00A3-1058-4FA9-A985-03711701054C}"/>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a:t>7/14/20XX</a:t>
            </a:r>
          </a:p>
        </p:txBody>
      </p:sp>
      <p:sp>
        <p:nvSpPr>
          <p:cNvPr id="4" name="Footer Placeholder 3">
            <a:extLst>
              <a:ext uri="{FF2B5EF4-FFF2-40B4-BE49-F238E27FC236}">
                <a16:creationId xmlns:a16="http://schemas.microsoft.com/office/drawing/2014/main" id="{A00F60BE-20E1-40C5-85E7-AEAABD0C0DE6}"/>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a:t>Pitch deck title</a:t>
            </a:r>
          </a:p>
        </p:txBody>
      </p:sp>
      <p:sp>
        <p:nvSpPr>
          <p:cNvPr id="5" name="Slide Number Placeholder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a:p>
        </p:txBody>
      </p:sp>
      <p:sp>
        <p:nvSpPr>
          <p:cNvPr id="28" name="Picture Placeholder 27">
            <a:extLst>
              <a:ext uri="{FF2B5EF4-FFF2-40B4-BE49-F238E27FC236}">
                <a16:creationId xmlns:a16="http://schemas.microsoft.com/office/drawing/2014/main" id="{8A4789F7-47F3-492F-8AE6-209A1044F3DD}"/>
              </a:ext>
            </a:extLst>
          </p:cNvPr>
          <p:cNvSpPr>
            <a:spLocks noGrp="1"/>
          </p:cNvSpPr>
          <p:nvPr>
            <p:ph type="pic" sz="quarter" idx="13"/>
          </p:nvPr>
        </p:nvSpPr>
        <p:spPr>
          <a:xfrm>
            <a:off x="914400" y="2047876"/>
            <a:ext cx="2103120" cy="2913793"/>
          </a:xfrm>
          <a:custGeom>
            <a:avLst/>
            <a:gdLst>
              <a:gd name="connsiteX0" fmla="*/ 0 w 2103120"/>
              <a:gd name="connsiteY0" fmla="*/ 0 h 2913793"/>
              <a:gd name="connsiteX1" fmla="*/ 2103120 w 2103120"/>
              <a:gd name="connsiteY1" fmla="*/ 0 h 2913793"/>
              <a:gd name="connsiteX2" fmla="*/ 2103120 w 2103120"/>
              <a:gd name="connsiteY2" fmla="*/ 2913793 h 2913793"/>
              <a:gd name="connsiteX3" fmla="*/ 0 w 2103120"/>
              <a:gd name="connsiteY3" fmla="*/ 2913793 h 2913793"/>
            </a:gdLst>
            <a:ahLst/>
            <a:cxnLst>
              <a:cxn ang="0">
                <a:pos x="connsiteX0" y="connsiteY0"/>
              </a:cxn>
              <a:cxn ang="0">
                <a:pos x="connsiteX1" y="connsiteY1"/>
              </a:cxn>
              <a:cxn ang="0">
                <a:pos x="connsiteX2" y="connsiteY2"/>
              </a:cxn>
              <a:cxn ang="0">
                <a:pos x="connsiteX3" y="connsiteY3"/>
              </a:cxn>
            </a:cxnLst>
            <a:rect l="l" t="t" r="r" b="b"/>
            <a:pathLst>
              <a:path w="2103120" h="2913793">
                <a:moveTo>
                  <a:pt x="0" y="0"/>
                </a:moveTo>
                <a:lnTo>
                  <a:pt x="2103120" y="0"/>
                </a:lnTo>
                <a:lnTo>
                  <a:pt x="2103120" y="2913793"/>
                </a:lnTo>
                <a:lnTo>
                  <a:pt x="0" y="2913793"/>
                </a:lnTo>
                <a:close/>
              </a:path>
            </a:pathLst>
          </a:custGeom>
          <a:solidFill>
            <a:schemeClr val="accent6">
              <a:lumMod val="20000"/>
              <a:lumOff val="80000"/>
            </a:schemeClr>
          </a:solidFill>
        </p:spPr>
        <p:txBody>
          <a:bodyPr wrap="square">
            <a:noAutofit/>
          </a:bodyPr>
          <a:lstStyle/>
          <a:p>
            <a:r>
              <a:rPr lang="en-US"/>
              <a:t>Click icon to add picture</a:t>
            </a:r>
          </a:p>
        </p:txBody>
      </p:sp>
      <p:sp>
        <p:nvSpPr>
          <p:cNvPr id="9" name="Text Placeholder 8">
            <a:extLst>
              <a:ext uri="{FF2B5EF4-FFF2-40B4-BE49-F238E27FC236}">
                <a16:creationId xmlns:a16="http://schemas.microsoft.com/office/drawing/2014/main" id="{51E566A4-E145-4128-B0EB-DEE6D486BE8A}"/>
              </a:ext>
            </a:extLst>
          </p:cNvPr>
          <p:cNvSpPr>
            <a:spLocks noGrp="1"/>
          </p:cNvSpPr>
          <p:nvPr>
            <p:ph type="body" sz="quarter" idx="14" hasCustomPrompt="1"/>
          </p:nvPr>
        </p:nvSpPr>
        <p:spPr>
          <a:xfrm>
            <a:off x="911352"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1" name="Text Placeholder 10">
            <a:extLst>
              <a:ext uri="{FF2B5EF4-FFF2-40B4-BE49-F238E27FC236}">
                <a16:creationId xmlns:a16="http://schemas.microsoft.com/office/drawing/2014/main" id="{0B143611-92A8-4EFD-9C6A-0D18F4DE154D}"/>
              </a:ext>
            </a:extLst>
          </p:cNvPr>
          <p:cNvSpPr>
            <a:spLocks noGrp="1"/>
          </p:cNvSpPr>
          <p:nvPr>
            <p:ph type="body" sz="quarter" idx="15" hasCustomPrompt="1"/>
          </p:nvPr>
        </p:nvSpPr>
        <p:spPr>
          <a:xfrm>
            <a:off x="911352"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a:t>Title</a:t>
            </a:r>
          </a:p>
        </p:txBody>
      </p:sp>
      <p:sp>
        <p:nvSpPr>
          <p:cNvPr id="27" name="Picture Placeholder 26">
            <a:extLst>
              <a:ext uri="{FF2B5EF4-FFF2-40B4-BE49-F238E27FC236}">
                <a16:creationId xmlns:a16="http://schemas.microsoft.com/office/drawing/2014/main" id="{25A9EE92-C505-4777-B442-72C5A0BDCBF7}"/>
              </a:ext>
            </a:extLst>
          </p:cNvPr>
          <p:cNvSpPr>
            <a:spLocks noGrp="1"/>
          </p:cNvSpPr>
          <p:nvPr>
            <p:ph type="pic" sz="quarter" idx="16"/>
          </p:nvPr>
        </p:nvSpPr>
        <p:spPr>
          <a:xfrm>
            <a:off x="3667760" y="2047875"/>
            <a:ext cx="2103120" cy="3017520"/>
          </a:xfrm>
          <a:custGeom>
            <a:avLst/>
            <a:gdLst>
              <a:gd name="connsiteX0" fmla="*/ 0 w 2103120"/>
              <a:gd name="connsiteY0" fmla="*/ 0 h 3017520"/>
              <a:gd name="connsiteX1" fmla="*/ 2103120 w 2103120"/>
              <a:gd name="connsiteY1" fmla="*/ 0 h 3017520"/>
              <a:gd name="connsiteX2" fmla="*/ 2103120 w 2103120"/>
              <a:gd name="connsiteY2" fmla="*/ 3017520 h 3017520"/>
              <a:gd name="connsiteX3" fmla="*/ 2102104 w 2103120"/>
              <a:gd name="connsiteY3" fmla="*/ 3017520 h 3017520"/>
              <a:gd name="connsiteX4" fmla="*/ 2102104 w 2103120"/>
              <a:gd name="connsiteY4" fmla="*/ 2910625 h 3017520"/>
              <a:gd name="connsiteX5" fmla="*/ 0 w 2103120"/>
              <a:gd name="connsiteY5" fmla="*/ 2910625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3017520">
                <a:moveTo>
                  <a:pt x="0" y="0"/>
                </a:moveTo>
                <a:lnTo>
                  <a:pt x="2103120" y="0"/>
                </a:lnTo>
                <a:lnTo>
                  <a:pt x="2103120" y="3017520"/>
                </a:lnTo>
                <a:lnTo>
                  <a:pt x="2102104" y="3017520"/>
                </a:lnTo>
                <a:lnTo>
                  <a:pt x="2102104" y="2910625"/>
                </a:lnTo>
                <a:lnTo>
                  <a:pt x="0" y="2910625"/>
                </a:lnTo>
                <a:close/>
              </a:path>
            </a:pathLst>
          </a:custGeom>
          <a:solidFill>
            <a:schemeClr val="accent6">
              <a:lumMod val="20000"/>
              <a:lumOff val="80000"/>
            </a:schemeClr>
          </a:solidFill>
        </p:spPr>
        <p:txBody>
          <a:bodyPr wrap="square">
            <a:noAutofit/>
          </a:bodyPr>
          <a:lstStyle/>
          <a:p>
            <a:r>
              <a:rPr lang="en-US"/>
              <a:t>Click icon to add picture</a:t>
            </a:r>
          </a:p>
        </p:txBody>
      </p:sp>
      <p:sp>
        <p:nvSpPr>
          <p:cNvPr id="13" name="Text Placeholder 8">
            <a:extLst>
              <a:ext uri="{FF2B5EF4-FFF2-40B4-BE49-F238E27FC236}">
                <a16:creationId xmlns:a16="http://schemas.microsoft.com/office/drawing/2014/main" id="{0224436F-4BCF-481B-B0A9-C4AE888185BE}"/>
              </a:ext>
            </a:extLst>
          </p:cNvPr>
          <p:cNvSpPr>
            <a:spLocks noGrp="1"/>
          </p:cNvSpPr>
          <p:nvPr>
            <p:ph type="body" sz="quarter" idx="17" hasCustomPrompt="1"/>
          </p:nvPr>
        </p:nvSpPr>
        <p:spPr>
          <a:xfrm>
            <a:off x="3666744"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4" name="Text Placeholder 10">
            <a:extLst>
              <a:ext uri="{FF2B5EF4-FFF2-40B4-BE49-F238E27FC236}">
                <a16:creationId xmlns:a16="http://schemas.microsoft.com/office/drawing/2014/main" id="{CE81F848-2A43-484F-8AB0-8E45A1507945}"/>
              </a:ext>
            </a:extLst>
          </p:cNvPr>
          <p:cNvSpPr>
            <a:spLocks noGrp="1"/>
          </p:cNvSpPr>
          <p:nvPr>
            <p:ph type="body" sz="quarter" idx="18" hasCustomPrompt="1"/>
          </p:nvPr>
        </p:nvSpPr>
        <p:spPr>
          <a:xfrm>
            <a:off x="3666744"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a:t>Title</a:t>
            </a:r>
          </a:p>
        </p:txBody>
      </p:sp>
      <p:sp>
        <p:nvSpPr>
          <p:cNvPr id="26" name="Picture Placeholder 25">
            <a:extLst>
              <a:ext uri="{FF2B5EF4-FFF2-40B4-BE49-F238E27FC236}">
                <a16:creationId xmlns:a16="http://schemas.microsoft.com/office/drawing/2014/main" id="{B98E2731-9AE8-4D4E-969E-814287EE84AB}"/>
              </a:ext>
            </a:extLst>
          </p:cNvPr>
          <p:cNvSpPr>
            <a:spLocks noGrp="1"/>
          </p:cNvSpPr>
          <p:nvPr>
            <p:ph type="pic" sz="quarter" idx="19"/>
          </p:nvPr>
        </p:nvSpPr>
        <p:spPr>
          <a:xfrm>
            <a:off x="6421120" y="2047875"/>
            <a:ext cx="2103120" cy="3017520"/>
          </a:xfrm>
          <a:custGeom>
            <a:avLst/>
            <a:gdLst>
              <a:gd name="connsiteX0" fmla="*/ 0 w 2103120"/>
              <a:gd name="connsiteY0" fmla="*/ 0 h 3017520"/>
              <a:gd name="connsiteX1" fmla="*/ 2103120 w 2103120"/>
              <a:gd name="connsiteY1" fmla="*/ 0 h 3017520"/>
              <a:gd name="connsiteX2" fmla="*/ 2103120 w 2103120"/>
              <a:gd name="connsiteY2" fmla="*/ 3017520 h 3017520"/>
              <a:gd name="connsiteX3" fmla="*/ 2100725 w 2103120"/>
              <a:gd name="connsiteY3" fmla="*/ 3017520 h 3017520"/>
              <a:gd name="connsiteX4" fmla="*/ 2100725 w 2103120"/>
              <a:gd name="connsiteY4" fmla="*/ 2910625 h 3017520"/>
              <a:gd name="connsiteX5" fmla="*/ 0 w 2103120"/>
              <a:gd name="connsiteY5" fmla="*/ 2910625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3017520">
                <a:moveTo>
                  <a:pt x="0" y="0"/>
                </a:moveTo>
                <a:lnTo>
                  <a:pt x="2103120" y="0"/>
                </a:lnTo>
                <a:lnTo>
                  <a:pt x="2103120" y="3017520"/>
                </a:lnTo>
                <a:lnTo>
                  <a:pt x="2100725" y="3017520"/>
                </a:lnTo>
                <a:lnTo>
                  <a:pt x="2100725" y="2910625"/>
                </a:lnTo>
                <a:lnTo>
                  <a:pt x="0" y="2910625"/>
                </a:lnTo>
                <a:close/>
              </a:path>
            </a:pathLst>
          </a:custGeom>
          <a:solidFill>
            <a:schemeClr val="accent6">
              <a:lumMod val="20000"/>
              <a:lumOff val="80000"/>
            </a:schemeClr>
          </a:solidFill>
        </p:spPr>
        <p:txBody>
          <a:bodyPr wrap="square">
            <a:noAutofit/>
          </a:bodyPr>
          <a:lstStyle/>
          <a:p>
            <a:r>
              <a:rPr lang="en-US"/>
              <a:t>Click icon to add picture</a:t>
            </a:r>
          </a:p>
        </p:txBody>
      </p:sp>
      <p:sp>
        <p:nvSpPr>
          <p:cNvPr id="16" name="Text Placeholder 8">
            <a:extLst>
              <a:ext uri="{FF2B5EF4-FFF2-40B4-BE49-F238E27FC236}">
                <a16:creationId xmlns:a16="http://schemas.microsoft.com/office/drawing/2014/main" id="{AB0DA7E8-8D66-4F86-86F2-604044642B80}"/>
              </a:ext>
            </a:extLst>
          </p:cNvPr>
          <p:cNvSpPr>
            <a:spLocks noGrp="1"/>
          </p:cNvSpPr>
          <p:nvPr>
            <p:ph type="body" sz="quarter" idx="20" hasCustomPrompt="1"/>
          </p:nvPr>
        </p:nvSpPr>
        <p:spPr>
          <a:xfrm>
            <a:off x="6419088"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7" name="Text Placeholder 10">
            <a:extLst>
              <a:ext uri="{FF2B5EF4-FFF2-40B4-BE49-F238E27FC236}">
                <a16:creationId xmlns:a16="http://schemas.microsoft.com/office/drawing/2014/main" id="{3DC8F7DC-7D79-452D-89D4-DC0155C96864}"/>
              </a:ext>
            </a:extLst>
          </p:cNvPr>
          <p:cNvSpPr>
            <a:spLocks noGrp="1"/>
          </p:cNvSpPr>
          <p:nvPr>
            <p:ph type="body" sz="quarter" idx="21" hasCustomPrompt="1"/>
          </p:nvPr>
        </p:nvSpPr>
        <p:spPr>
          <a:xfrm>
            <a:off x="6419088"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a:t>Title</a:t>
            </a:r>
          </a:p>
        </p:txBody>
      </p:sp>
      <p:sp>
        <p:nvSpPr>
          <p:cNvPr id="25" name="Picture Placeholder 24">
            <a:extLst>
              <a:ext uri="{FF2B5EF4-FFF2-40B4-BE49-F238E27FC236}">
                <a16:creationId xmlns:a16="http://schemas.microsoft.com/office/drawing/2014/main" id="{ACF06764-EDD6-4592-AF7B-7BF92AF387F7}"/>
              </a:ext>
            </a:extLst>
          </p:cNvPr>
          <p:cNvSpPr>
            <a:spLocks noGrp="1"/>
          </p:cNvSpPr>
          <p:nvPr>
            <p:ph type="pic" sz="quarter" idx="22"/>
          </p:nvPr>
        </p:nvSpPr>
        <p:spPr>
          <a:xfrm>
            <a:off x="9174480" y="2047875"/>
            <a:ext cx="2103120" cy="3017520"/>
          </a:xfrm>
          <a:custGeom>
            <a:avLst/>
            <a:gdLst>
              <a:gd name="connsiteX0" fmla="*/ 0 w 2103120"/>
              <a:gd name="connsiteY0" fmla="*/ 0 h 3017520"/>
              <a:gd name="connsiteX1" fmla="*/ 2103120 w 2103120"/>
              <a:gd name="connsiteY1" fmla="*/ 0 h 3017520"/>
              <a:gd name="connsiteX2" fmla="*/ 2103120 w 2103120"/>
              <a:gd name="connsiteY2" fmla="*/ 2910625 h 3017520"/>
              <a:gd name="connsiteX3" fmla="*/ 2268 w 2103120"/>
              <a:gd name="connsiteY3" fmla="*/ 2910625 h 3017520"/>
              <a:gd name="connsiteX4" fmla="*/ 2268 w 2103120"/>
              <a:gd name="connsiteY4" fmla="*/ 3017520 h 3017520"/>
              <a:gd name="connsiteX5" fmla="*/ 0 w 2103120"/>
              <a:gd name="connsiteY5" fmla="*/ 3017520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3017520">
                <a:moveTo>
                  <a:pt x="0" y="0"/>
                </a:moveTo>
                <a:lnTo>
                  <a:pt x="2103120" y="0"/>
                </a:lnTo>
                <a:lnTo>
                  <a:pt x="2103120" y="2910625"/>
                </a:lnTo>
                <a:lnTo>
                  <a:pt x="2268" y="2910625"/>
                </a:lnTo>
                <a:lnTo>
                  <a:pt x="2268" y="3017520"/>
                </a:lnTo>
                <a:lnTo>
                  <a:pt x="0" y="3017520"/>
                </a:lnTo>
                <a:close/>
              </a:path>
            </a:pathLst>
          </a:custGeom>
          <a:solidFill>
            <a:schemeClr val="accent6">
              <a:lumMod val="20000"/>
              <a:lumOff val="80000"/>
            </a:schemeClr>
          </a:solidFill>
        </p:spPr>
        <p:txBody>
          <a:bodyPr wrap="square">
            <a:noAutofit/>
          </a:bodyPr>
          <a:lstStyle/>
          <a:p>
            <a:r>
              <a:rPr lang="en-US"/>
              <a:t>Click icon to add picture</a:t>
            </a:r>
          </a:p>
        </p:txBody>
      </p:sp>
      <p:sp>
        <p:nvSpPr>
          <p:cNvPr id="19" name="Text Placeholder 8">
            <a:extLst>
              <a:ext uri="{FF2B5EF4-FFF2-40B4-BE49-F238E27FC236}">
                <a16:creationId xmlns:a16="http://schemas.microsoft.com/office/drawing/2014/main" id="{0810DF3C-ABDE-477A-AAF0-72B27ED17495}"/>
              </a:ext>
            </a:extLst>
          </p:cNvPr>
          <p:cNvSpPr>
            <a:spLocks noGrp="1"/>
          </p:cNvSpPr>
          <p:nvPr>
            <p:ph type="body" sz="quarter" idx="23" hasCustomPrompt="1"/>
          </p:nvPr>
        </p:nvSpPr>
        <p:spPr>
          <a:xfrm>
            <a:off x="9171432" y="5257800"/>
            <a:ext cx="2103120" cy="27432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20" name="Text Placeholder 10">
            <a:extLst>
              <a:ext uri="{FF2B5EF4-FFF2-40B4-BE49-F238E27FC236}">
                <a16:creationId xmlns:a16="http://schemas.microsoft.com/office/drawing/2014/main" id="{EBB0D63B-5F58-422A-A566-A7DE54E85F3B}"/>
              </a:ext>
            </a:extLst>
          </p:cNvPr>
          <p:cNvSpPr>
            <a:spLocks noGrp="1"/>
          </p:cNvSpPr>
          <p:nvPr>
            <p:ph type="body" sz="quarter" idx="24" hasCustomPrompt="1"/>
          </p:nvPr>
        </p:nvSpPr>
        <p:spPr>
          <a:xfrm>
            <a:off x="9171432" y="5551170"/>
            <a:ext cx="2103120" cy="36576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a:t>Title</a:t>
            </a:r>
          </a:p>
        </p:txBody>
      </p:sp>
      <p:sp>
        <p:nvSpPr>
          <p:cNvPr id="29" name="Rectangle 28">
            <a:extLst>
              <a:ext uri="{FF2B5EF4-FFF2-40B4-BE49-F238E27FC236}">
                <a16:creationId xmlns:a16="http://schemas.microsoft.com/office/drawing/2014/main" id="{EBFF9948-88DC-4F9B-ADAB-743B4534E394}"/>
              </a:ext>
              <a:ext uri="{C183D7F6-B498-43B3-948B-1728B52AA6E4}">
                <adec:decorative xmlns:adec="http://schemas.microsoft.com/office/drawing/2017/decorative" val="1"/>
              </a:ext>
            </a:extLst>
          </p:cNvPr>
          <p:cNvSpPr/>
          <p:nvPr userDrawn="1"/>
        </p:nvSpPr>
        <p:spPr>
          <a:xfrm>
            <a:off x="914400" y="496166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4AB8730-C1E9-4C39-AD6B-791ECCB2A856}"/>
              </a:ext>
              <a:ext uri="{C183D7F6-B498-43B3-948B-1728B52AA6E4}">
                <adec:decorative xmlns:adec="http://schemas.microsoft.com/office/drawing/2017/decorative" val="1"/>
              </a:ext>
            </a:extLst>
          </p:cNvPr>
          <p:cNvSpPr/>
          <p:nvPr userDrawn="1"/>
        </p:nvSpPr>
        <p:spPr>
          <a:xfrm>
            <a:off x="3666744" y="4958500"/>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D0B1428-A83E-4197-AB02-D6F4EE2027A3}"/>
              </a:ext>
              <a:ext uri="{C183D7F6-B498-43B3-948B-1728B52AA6E4}">
                <adec:decorative xmlns:adec="http://schemas.microsoft.com/office/drawing/2017/decorative" val="1"/>
              </a:ext>
            </a:extLst>
          </p:cNvPr>
          <p:cNvSpPr/>
          <p:nvPr userDrawn="1"/>
        </p:nvSpPr>
        <p:spPr>
          <a:xfrm>
            <a:off x="6418725" y="4958500"/>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4BAF707-3808-4238-963B-95584798BE51}"/>
              </a:ext>
              <a:ext uri="{C183D7F6-B498-43B3-948B-1728B52AA6E4}">
                <adec:decorative xmlns:adec="http://schemas.microsoft.com/office/drawing/2017/decorative" val="1"/>
              </a:ext>
            </a:extLst>
          </p:cNvPr>
          <p:cNvSpPr/>
          <p:nvPr userDrawn="1"/>
        </p:nvSpPr>
        <p:spPr>
          <a:xfrm>
            <a:off x="9176748" y="4958500"/>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66992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8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AF00A3-1058-4FA9-A985-03711701054C}"/>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a:t>7/14/20XX</a:t>
            </a:r>
          </a:p>
        </p:txBody>
      </p:sp>
      <p:sp>
        <p:nvSpPr>
          <p:cNvPr id="4" name="Footer Placeholder 3">
            <a:extLst>
              <a:ext uri="{FF2B5EF4-FFF2-40B4-BE49-F238E27FC236}">
                <a16:creationId xmlns:a16="http://schemas.microsoft.com/office/drawing/2014/main" id="{A00F60BE-20E1-40C5-85E7-AEAABD0C0DE6}"/>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a:t>Pitch deck title</a:t>
            </a:r>
          </a:p>
        </p:txBody>
      </p:sp>
      <p:sp>
        <p:nvSpPr>
          <p:cNvPr id="5" name="Slide Number Placeholder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a:p>
        </p:txBody>
      </p:sp>
      <p:sp>
        <p:nvSpPr>
          <p:cNvPr id="44" name="Picture Placeholder 43">
            <a:extLst>
              <a:ext uri="{FF2B5EF4-FFF2-40B4-BE49-F238E27FC236}">
                <a16:creationId xmlns:a16="http://schemas.microsoft.com/office/drawing/2014/main" id="{D0D0D822-3E52-4D3E-BD04-0A87AF2312B0}"/>
              </a:ext>
            </a:extLst>
          </p:cNvPr>
          <p:cNvSpPr>
            <a:spLocks noGrp="1"/>
          </p:cNvSpPr>
          <p:nvPr>
            <p:ph type="pic" sz="quarter" idx="13"/>
          </p:nvPr>
        </p:nvSpPr>
        <p:spPr>
          <a:xfrm>
            <a:off x="91440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264244 h 1371600"/>
              <a:gd name="connsiteX3" fmla="*/ 142 w 2103120"/>
              <a:gd name="connsiteY3" fmla="*/ 1264244 h 1371600"/>
              <a:gd name="connsiteX4" fmla="*/ 142 w 2103120"/>
              <a:gd name="connsiteY4" fmla="*/ 1371600 h 1371600"/>
              <a:gd name="connsiteX5" fmla="*/ 0 w 2103120"/>
              <a:gd name="connsiteY5" fmla="*/ 137160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264244"/>
                </a:lnTo>
                <a:lnTo>
                  <a:pt x="142" y="1264244"/>
                </a:lnTo>
                <a:lnTo>
                  <a:pt x="142" y="1371600"/>
                </a:lnTo>
                <a:lnTo>
                  <a:pt x="0" y="1371600"/>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p>
        </p:txBody>
      </p:sp>
      <p:sp>
        <p:nvSpPr>
          <p:cNvPr id="9" name="Text Placeholder 8">
            <a:extLst>
              <a:ext uri="{FF2B5EF4-FFF2-40B4-BE49-F238E27FC236}">
                <a16:creationId xmlns:a16="http://schemas.microsoft.com/office/drawing/2014/main" id="{51E566A4-E145-4128-B0EB-DEE6D486BE8A}"/>
              </a:ext>
            </a:extLst>
          </p:cNvPr>
          <p:cNvSpPr>
            <a:spLocks noGrp="1"/>
          </p:cNvSpPr>
          <p:nvPr>
            <p:ph type="body" sz="quarter" idx="14" hasCustomPrompt="1"/>
          </p:nvPr>
        </p:nvSpPr>
        <p:spPr>
          <a:xfrm>
            <a:off x="911352"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1" name="Text Placeholder 10">
            <a:extLst>
              <a:ext uri="{FF2B5EF4-FFF2-40B4-BE49-F238E27FC236}">
                <a16:creationId xmlns:a16="http://schemas.microsoft.com/office/drawing/2014/main" id="{0B143611-92A8-4EFD-9C6A-0D18F4DE154D}"/>
              </a:ext>
            </a:extLst>
          </p:cNvPr>
          <p:cNvSpPr>
            <a:spLocks noGrp="1"/>
          </p:cNvSpPr>
          <p:nvPr>
            <p:ph type="body" sz="quarter" idx="15" hasCustomPrompt="1"/>
          </p:nvPr>
        </p:nvSpPr>
        <p:spPr>
          <a:xfrm>
            <a:off x="911352"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a:t>Title</a:t>
            </a:r>
          </a:p>
        </p:txBody>
      </p:sp>
      <p:sp>
        <p:nvSpPr>
          <p:cNvPr id="43" name="Picture Placeholder 42">
            <a:extLst>
              <a:ext uri="{FF2B5EF4-FFF2-40B4-BE49-F238E27FC236}">
                <a16:creationId xmlns:a16="http://schemas.microsoft.com/office/drawing/2014/main" id="{F1850C15-0C47-405D-A6CC-FC41802A67C8}"/>
              </a:ext>
            </a:extLst>
          </p:cNvPr>
          <p:cNvSpPr>
            <a:spLocks noGrp="1"/>
          </p:cNvSpPr>
          <p:nvPr>
            <p:ph type="pic" sz="quarter" idx="16"/>
          </p:nvPr>
        </p:nvSpPr>
        <p:spPr>
          <a:xfrm>
            <a:off x="366776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2683 w 2103120"/>
              <a:gd name="connsiteY3" fmla="*/ 1371600 h 1371600"/>
              <a:gd name="connsiteX4" fmla="*/ 2102683 w 2103120"/>
              <a:gd name="connsiteY4" fmla="*/ 1266213 h 1371600"/>
              <a:gd name="connsiteX5" fmla="*/ 0 w 2103120"/>
              <a:gd name="connsiteY5" fmla="*/ 1266213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2683" y="1371600"/>
                </a:lnTo>
                <a:lnTo>
                  <a:pt x="2102683" y="1266213"/>
                </a:lnTo>
                <a:lnTo>
                  <a:pt x="0" y="1266213"/>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p>
        </p:txBody>
      </p:sp>
      <p:sp>
        <p:nvSpPr>
          <p:cNvPr id="13" name="Text Placeholder 8">
            <a:extLst>
              <a:ext uri="{FF2B5EF4-FFF2-40B4-BE49-F238E27FC236}">
                <a16:creationId xmlns:a16="http://schemas.microsoft.com/office/drawing/2014/main" id="{0224436F-4BCF-481B-B0A9-C4AE888185BE}"/>
              </a:ext>
            </a:extLst>
          </p:cNvPr>
          <p:cNvSpPr>
            <a:spLocks noGrp="1"/>
          </p:cNvSpPr>
          <p:nvPr>
            <p:ph type="body" sz="quarter" idx="17" hasCustomPrompt="1"/>
          </p:nvPr>
        </p:nvSpPr>
        <p:spPr>
          <a:xfrm>
            <a:off x="3666744"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4" name="Text Placeholder 10">
            <a:extLst>
              <a:ext uri="{FF2B5EF4-FFF2-40B4-BE49-F238E27FC236}">
                <a16:creationId xmlns:a16="http://schemas.microsoft.com/office/drawing/2014/main" id="{CE81F848-2A43-484F-8AB0-8E45A1507945}"/>
              </a:ext>
            </a:extLst>
          </p:cNvPr>
          <p:cNvSpPr>
            <a:spLocks noGrp="1"/>
          </p:cNvSpPr>
          <p:nvPr>
            <p:ph type="body" sz="quarter" idx="18" hasCustomPrompt="1"/>
          </p:nvPr>
        </p:nvSpPr>
        <p:spPr>
          <a:xfrm>
            <a:off x="3666744"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a:t>Title</a:t>
            </a:r>
          </a:p>
        </p:txBody>
      </p:sp>
      <p:sp>
        <p:nvSpPr>
          <p:cNvPr id="42" name="Picture Placeholder 41">
            <a:extLst>
              <a:ext uri="{FF2B5EF4-FFF2-40B4-BE49-F238E27FC236}">
                <a16:creationId xmlns:a16="http://schemas.microsoft.com/office/drawing/2014/main" id="{4BE5C88B-BE08-4186-BF4E-95E5811D1874}"/>
              </a:ext>
            </a:extLst>
          </p:cNvPr>
          <p:cNvSpPr>
            <a:spLocks noGrp="1"/>
          </p:cNvSpPr>
          <p:nvPr>
            <p:ph type="pic" sz="quarter" idx="19"/>
          </p:nvPr>
        </p:nvSpPr>
        <p:spPr>
          <a:xfrm>
            <a:off x="642112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0867 w 2103120"/>
              <a:gd name="connsiteY3" fmla="*/ 1371600 h 1371600"/>
              <a:gd name="connsiteX4" fmla="*/ 2100867 w 2103120"/>
              <a:gd name="connsiteY4" fmla="*/ 1266213 h 1371600"/>
              <a:gd name="connsiteX5" fmla="*/ 0 w 2103120"/>
              <a:gd name="connsiteY5" fmla="*/ 1266213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0867" y="1371600"/>
                </a:lnTo>
                <a:lnTo>
                  <a:pt x="2100867" y="1266213"/>
                </a:lnTo>
                <a:lnTo>
                  <a:pt x="0" y="1266213"/>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p>
        </p:txBody>
      </p:sp>
      <p:sp>
        <p:nvSpPr>
          <p:cNvPr id="16" name="Text Placeholder 8">
            <a:extLst>
              <a:ext uri="{FF2B5EF4-FFF2-40B4-BE49-F238E27FC236}">
                <a16:creationId xmlns:a16="http://schemas.microsoft.com/office/drawing/2014/main" id="{AB0DA7E8-8D66-4F86-86F2-604044642B80}"/>
              </a:ext>
            </a:extLst>
          </p:cNvPr>
          <p:cNvSpPr>
            <a:spLocks noGrp="1"/>
          </p:cNvSpPr>
          <p:nvPr>
            <p:ph type="body" sz="quarter" idx="20" hasCustomPrompt="1"/>
          </p:nvPr>
        </p:nvSpPr>
        <p:spPr>
          <a:xfrm>
            <a:off x="6419088"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7" name="Text Placeholder 10">
            <a:extLst>
              <a:ext uri="{FF2B5EF4-FFF2-40B4-BE49-F238E27FC236}">
                <a16:creationId xmlns:a16="http://schemas.microsoft.com/office/drawing/2014/main" id="{3DC8F7DC-7D79-452D-89D4-DC0155C96864}"/>
              </a:ext>
            </a:extLst>
          </p:cNvPr>
          <p:cNvSpPr>
            <a:spLocks noGrp="1"/>
          </p:cNvSpPr>
          <p:nvPr>
            <p:ph type="body" sz="quarter" idx="21" hasCustomPrompt="1"/>
          </p:nvPr>
        </p:nvSpPr>
        <p:spPr>
          <a:xfrm>
            <a:off x="6419088"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a:t>Title</a:t>
            </a:r>
          </a:p>
        </p:txBody>
      </p:sp>
      <p:sp>
        <p:nvSpPr>
          <p:cNvPr id="41" name="Picture Placeholder 40">
            <a:extLst>
              <a:ext uri="{FF2B5EF4-FFF2-40B4-BE49-F238E27FC236}">
                <a16:creationId xmlns:a16="http://schemas.microsoft.com/office/drawing/2014/main" id="{CF3E2C3A-A072-436A-8C0E-682F06540C4F}"/>
              </a:ext>
            </a:extLst>
          </p:cNvPr>
          <p:cNvSpPr>
            <a:spLocks noGrp="1"/>
          </p:cNvSpPr>
          <p:nvPr>
            <p:ph type="pic" sz="quarter" idx="22"/>
          </p:nvPr>
        </p:nvSpPr>
        <p:spPr>
          <a:xfrm>
            <a:off x="9174480" y="2047875"/>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1667 w 2103120"/>
              <a:gd name="connsiteY3" fmla="*/ 1371600 h 1371600"/>
              <a:gd name="connsiteX4" fmla="*/ 2101667 w 2103120"/>
              <a:gd name="connsiteY4" fmla="*/ 1266213 h 1371600"/>
              <a:gd name="connsiteX5" fmla="*/ 0 w 2103120"/>
              <a:gd name="connsiteY5" fmla="*/ 1266213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1667" y="1371600"/>
                </a:lnTo>
                <a:lnTo>
                  <a:pt x="2101667" y="1266213"/>
                </a:lnTo>
                <a:lnTo>
                  <a:pt x="0" y="1266213"/>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p>
        </p:txBody>
      </p:sp>
      <p:sp>
        <p:nvSpPr>
          <p:cNvPr id="19" name="Text Placeholder 8">
            <a:extLst>
              <a:ext uri="{FF2B5EF4-FFF2-40B4-BE49-F238E27FC236}">
                <a16:creationId xmlns:a16="http://schemas.microsoft.com/office/drawing/2014/main" id="{0810DF3C-ABDE-477A-AAF0-72B27ED17495}"/>
              </a:ext>
            </a:extLst>
          </p:cNvPr>
          <p:cNvSpPr>
            <a:spLocks noGrp="1"/>
          </p:cNvSpPr>
          <p:nvPr>
            <p:ph type="body" sz="quarter" idx="23" hasCustomPrompt="1"/>
          </p:nvPr>
        </p:nvSpPr>
        <p:spPr>
          <a:xfrm>
            <a:off x="9171432" y="3524652"/>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20" name="Text Placeholder 10">
            <a:extLst>
              <a:ext uri="{FF2B5EF4-FFF2-40B4-BE49-F238E27FC236}">
                <a16:creationId xmlns:a16="http://schemas.microsoft.com/office/drawing/2014/main" id="{EBB0D63B-5F58-422A-A566-A7DE54E85F3B}"/>
              </a:ext>
            </a:extLst>
          </p:cNvPr>
          <p:cNvSpPr>
            <a:spLocks noGrp="1"/>
          </p:cNvSpPr>
          <p:nvPr>
            <p:ph type="body" sz="quarter" idx="24" hasCustomPrompt="1"/>
          </p:nvPr>
        </p:nvSpPr>
        <p:spPr>
          <a:xfrm>
            <a:off x="9171432" y="3774234"/>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a:t>Title</a:t>
            </a:r>
          </a:p>
        </p:txBody>
      </p:sp>
      <p:sp>
        <p:nvSpPr>
          <p:cNvPr id="45" name="Picture Placeholder 44">
            <a:extLst>
              <a:ext uri="{FF2B5EF4-FFF2-40B4-BE49-F238E27FC236}">
                <a16:creationId xmlns:a16="http://schemas.microsoft.com/office/drawing/2014/main" id="{20DAF781-CA6C-43D3-B553-E58DBF509A4A}"/>
              </a:ext>
            </a:extLst>
          </p:cNvPr>
          <p:cNvSpPr>
            <a:spLocks noGrp="1"/>
          </p:cNvSpPr>
          <p:nvPr>
            <p:ph type="pic" sz="quarter" idx="25"/>
          </p:nvPr>
        </p:nvSpPr>
        <p:spPr>
          <a:xfrm>
            <a:off x="91744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276026 h 1371600"/>
              <a:gd name="connsiteX3" fmla="*/ 624 w 2103120"/>
              <a:gd name="connsiteY3" fmla="*/ 1276026 h 1371600"/>
              <a:gd name="connsiteX4" fmla="*/ 624 w 2103120"/>
              <a:gd name="connsiteY4" fmla="*/ 1371600 h 1371600"/>
              <a:gd name="connsiteX5" fmla="*/ 0 w 2103120"/>
              <a:gd name="connsiteY5" fmla="*/ 137160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276026"/>
                </a:lnTo>
                <a:lnTo>
                  <a:pt x="624" y="1276026"/>
                </a:lnTo>
                <a:lnTo>
                  <a:pt x="624" y="1371600"/>
                </a:lnTo>
                <a:lnTo>
                  <a:pt x="0" y="1371600"/>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p>
        </p:txBody>
      </p:sp>
      <p:sp>
        <p:nvSpPr>
          <p:cNvPr id="22" name="Text Placeholder 8">
            <a:extLst>
              <a:ext uri="{FF2B5EF4-FFF2-40B4-BE49-F238E27FC236}">
                <a16:creationId xmlns:a16="http://schemas.microsoft.com/office/drawing/2014/main" id="{E502DEDD-A955-4A8D-9A05-828A01CE551D}"/>
              </a:ext>
            </a:extLst>
          </p:cNvPr>
          <p:cNvSpPr>
            <a:spLocks noGrp="1"/>
          </p:cNvSpPr>
          <p:nvPr>
            <p:ph type="body" sz="quarter" idx="26" hasCustomPrompt="1"/>
          </p:nvPr>
        </p:nvSpPr>
        <p:spPr>
          <a:xfrm>
            <a:off x="914400"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23" name="Text Placeholder 10">
            <a:extLst>
              <a:ext uri="{FF2B5EF4-FFF2-40B4-BE49-F238E27FC236}">
                <a16:creationId xmlns:a16="http://schemas.microsoft.com/office/drawing/2014/main" id="{E76CEA8C-8899-44E0-9F47-106A711A4CC1}"/>
              </a:ext>
            </a:extLst>
          </p:cNvPr>
          <p:cNvSpPr>
            <a:spLocks noGrp="1"/>
          </p:cNvSpPr>
          <p:nvPr>
            <p:ph type="body" sz="quarter" idx="27" hasCustomPrompt="1"/>
          </p:nvPr>
        </p:nvSpPr>
        <p:spPr>
          <a:xfrm>
            <a:off x="914400"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a:t>Title</a:t>
            </a:r>
          </a:p>
        </p:txBody>
      </p:sp>
      <p:sp>
        <p:nvSpPr>
          <p:cNvPr id="46" name="Picture Placeholder 45">
            <a:extLst>
              <a:ext uri="{FF2B5EF4-FFF2-40B4-BE49-F238E27FC236}">
                <a16:creationId xmlns:a16="http://schemas.microsoft.com/office/drawing/2014/main" id="{4DE21878-7282-49DF-A1B3-B38F5A85F71A}"/>
              </a:ext>
            </a:extLst>
          </p:cNvPr>
          <p:cNvSpPr>
            <a:spLocks noGrp="1"/>
          </p:cNvSpPr>
          <p:nvPr>
            <p:ph type="pic" sz="quarter" idx="28"/>
          </p:nvPr>
        </p:nvSpPr>
        <p:spPr>
          <a:xfrm>
            <a:off x="367080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102728 w 2103120"/>
              <a:gd name="connsiteY3" fmla="*/ 1371600 h 1371600"/>
              <a:gd name="connsiteX4" fmla="*/ 2102728 w 2103120"/>
              <a:gd name="connsiteY4" fmla="*/ 1277995 h 1371600"/>
              <a:gd name="connsiteX5" fmla="*/ 0 w 2103120"/>
              <a:gd name="connsiteY5" fmla="*/ 127799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102728" y="1371600"/>
                </a:lnTo>
                <a:lnTo>
                  <a:pt x="2102728" y="1277995"/>
                </a:lnTo>
                <a:lnTo>
                  <a:pt x="0" y="1277995"/>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p>
        </p:txBody>
      </p:sp>
      <p:sp>
        <p:nvSpPr>
          <p:cNvPr id="25" name="Text Placeholder 8">
            <a:extLst>
              <a:ext uri="{FF2B5EF4-FFF2-40B4-BE49-F238E27FC236}">
                <a16:creationId xmlns:a16="http://schemas.microsoft.com/office/drawing/2014/main" id="{3179BABC-F01C-4C09-BE82-C1C218CA476F}"/>
              </a:ext>
            </a:extLst>
          </p:cNvPr>
          <p:cNvSpPr>
            <a:spLocks noGrp="1"/>
          </p:cNvSpPr>
          <p:nvPr>
            <p:ph type="body" sz="quarter" idx="29" hasCustomPrompt="1"/>
          </p:nvPr>
        </p:nvSpPr>
        <p:spPr>
          <a:xfrm>
            <a:off x="3669792"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26" name="Text Placeholder 10">
            <a:extLst>
              <a:ext uri="{FF2B5EF4-FFF2-40B4-BE49-F238E27FC236}">
                <a16:creationId xmlns:a16="http://schemas.microsoft.com/office/drawing/2014/main" id="{7B1CE826-A5B2-4507-ADB0-BD2BFE4B8BB9}"/>
              </a:ext>
            </a:extLst>
          </p:cNvPr>
          <p:cNvSpPr>
            <a:spLocks noGrp="1"/>
          </p:cNvSpPr>
          <p:nvPr>
            <p:ph type="body" sz="quarter" idx="30" hasCustomPrompt="1"/>
          </p:nvPr>
        </p:nvSpPr>
        <p:spPr>
          <a:xfrm>
            <a:off x="3669792"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a:t>Title</a:t>
            </a:r>
          </a:p>
        </p:txBody>
      </p:sp>
      <p:sp>
        <p:nvSpPr>
          <p:cNvPr id="47" name="Picture Placeholder 46">
            <a:extLst>
              <a:ext uri="{FF2B5EF4-FFF2-40B4-BE49-F238E27FC236}">
                <a16:creationId xmlns:a16="http://schemas.microsoft.com/office/drawing/2014/main" id="{09624F3D-E589-4C68-B98A-566CCAAA98D1}"/>
              </a:ext>
            </a:extLst>
          </p:cNvPr>
          <p:cNvSpPr>
            <a:spLocks noGrp="1"/>
          </p:cNvSpPr>
          <p:nvPr>
            <p:ph type="pic" sz="quarter" idx="31"/>
          </p:nvPr>
        </p:nvSpPr>
        <p:spPr>
          <a:xfrm>
            <a:off x="642416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098017 w 2103120"/>
              <a:gd name="connsiteY3" fmla="*/ 1371600 h 1371600"/>
              <a:gd name="connsiteX4" fmla="*/ 2098017 w 2103120"/>
              <a:gd name="connsiteY4" fmla="*/ 1277995 h 1371600"/>
              <a:gd name="connsiteX5" fmla="*/ 0 w 2103120"/>
              <a:gd name="connsiteY5" fmla="*/ 127799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098017" y="1371600"/>
                </a:lnTo>
                <a:lnTo>
                  <a:pt x="2098017" y="1277995"/>
                </a:lnTo>
                <a:lnTo>
                  <a:pt x="0" y="1277995"/>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p>
        </p:txBody>
      </p:sp>
      <p:sp>
        <p:nvSpPr>
          <p:cNvPr id="28" name="Text Placeholder 8">
            <a:extLst>
              <a:ext uri="{FF2B5EF4-FFF2-40B4-BE49-F238E27FC236}">
                <a16:creationId xmlns:a16="http://schemas.microsoft.com/office/drawing/2014/main" id="{6F19331A-27CF-4270-B991-C2E97C6E6CA3}"/>
              </a:ext>
            </a:extLst>
          </p:cNvPr>
          <p:cNvSpPr>
            <a:spLocks noGrp="1"/>
          </p:cNvSpPr>
          <p:nvPr>
            <p:ph type="body" sz="quarter" idx="32" hasCustomPrompt="1"/>
          </p:nvPr>
        </p:nvSpPr>
        <p:spPr>
          <a:xfrm>
            <a:off x="6422136"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29" name="Text Placeholder 10">
            <a:extLst>
              <a:ext uri="{FF2B5EF4-FFF2-40B4-BE49-F238E27FC236}">
                <a16:creationId xmlns:a16="http://schemas.microsoft.com/office/drawing/2014/main" id="{C123301D-8AA0-4C65-B928-3902E4793B59}"/>
              </a:ext>
            </a:extLst>
          </p:cNvPr>
          <p:cNvSpPr>
            <a:spLocks noGrp="1"/>
          </p:cNvSpPr>
          <p:nvPr>
            <p:ph type="body" sz="quarter" idx="33" hasCustomPrompt="1"/>
          </p:nvPr>
        </p:nvSpPr>
        <p:spPr>
          <a:xfrm>
            <a:off x="6422136"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a:t>Title</a:t>
            </a:r>
          </a:p>
        </p:txBody>
      </p:sp>
      <p:sp>
        <p:nvSpPr>
          <p:cNvPr id="48" name="Picture Placeholder 47">
            <a:extLst>
              <a:ext uri="{FF2B5EF4-FFF2-40B4-BE49-F238E27FC236}">
                <a16:creationId xmlns:a16="http://schemas.microsoft.com/office/drawing/2014/main" id="{09B16E22-2B7C-413C-9283-51DBE7DF0F62}"/>
              </a:ext>
            </a:extLst>
          </p:cNvPr>
          <p:cNvSpPr>
            <a:spLocks noGrp="1"/>
          </p:cNvSpPr>
          <p:nvPr>
            <p:ph type="pic" sz="quarter" idx="34"/>
          </p:nvPr>
        </p:nvSpPr>
        <p:spPr>
          <a:xfrm>
            <a:off x="9177528" y="4261336"/>
            <a:ext cx="2103120" cy="1371600"/>
          </a:xfrm>
          <a:custGeom>
            <a:avLst/>
            <a:gdLst>
              <a:gd name="connsiteX0" fmla="*/ 0 w 2103120"/>
              <a:gd name="connsiteY0" fmla="*/ 0 h 1371600"/>
              <a:gd name="connsiteX1" fmla="*/ 2103120 w 2103120"/>
              <a:gd name="connsiteY1" fmla="*/ 0 h 1371600"/>
              <a:gd name="connsiteX2" fmla="*/ 2103120 w 2103120"/>
              <a:gd name="connsiteY2" fmla="*/ 1371600 h 1371600"/>
              <a:gd name="connsiteX3" fmla="*/ 2097024 w 2103120"/>
              <a:gd name="connsiteY3" fmla="*/ 1371600 h 1371600"/>
              <a:gd name="connsiteX4" fmla="*/ 2097024 w 2103120"/>
              <a:gd name="connsiteY4" fmla="*/ 1277995 h 1371600"/>
              <a:gd name="connsiteX5" fmla="*/ 0 w 2103120"/>
              <a:gd name="connsiteY5" fmla="*/ 127799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3120" h="1371600">
                <a:moveTo>
                  <a:pt x="0" y="0"/>
                </a:moveTo>
                <a:lnTo>
                  <a:pt x="2103120" y="0"/>
                </a:lnTo>
                <a:lnTo>
                  <a:pt x="2103120" y="1371600"/>
                </a:lnTo>
                <a:lnTo>
                  <a:pt x="2097024" y="1371600"/>
                </a:lnTo>
                <a:lnTo>
                  <a:pt x="2097024" y="1277995"/>
                </a:lnTo>
                <a:lnTo>
                  <a:pt x="0" y="1277995"/>
                </a:lnTo>
                <a:close/>
              </a:path>
            </a:pathLst>
          </a:custGeom>
          <a:solidFill>
            <a:schemeClr val="accent6">
              <a:lumMod val="20000"/>
              <a:lumOff val="80000"/>
            </a:schemeClr>
          </a:solidFill>
        </p:spPr>
        <p:txBody>
          <a:bodyPr wrap="square">
            <a:noAutofit/>
          </a:bodyPr>
          <a:lstStyle>
            <a:lvl1pPr>
              <a:defRPr sz="1800"/>
            </a:lvl1pPr>
          </a:lstStyle>
          <a:p>
            <a:r>
              <a:rPr lang="en-US"/>
              <a:t>Click icon to add picture</a:t>
            </a:r>
          </a:p>
        </p:txBody>
      </p:sp>
      <p:sp>
        <p:nvSpPr>
          <p:cNvPr id="31" name="Text Placeholder 8">
            <a:extLst>
              <a:ext uri="{FF2B5EF4-FFF2-40B4-BE49-F238E27FC236}">
                <a16:creationId xmlns:a16="http://schemas.microsoft.com/office/drawing/2014/main" id="{9E095B1F-8D49-4766-951D-A60C5BA5DB41}"/>
              </a:ext>
            </a:extLst>
          </p:cNvPr>
          <p:cNvSpPr>
            <a:spLocks noGrp="1"/>
          </p:cNvSpPr>
          <p:nvPr>
            <p:ph type="body" sz="quarter" idx="35" hasCustomPrompt="1"/>
          </p:nvPr>
        </p:nvSpPr>
        <p:spPr>
          <a:xfrm>
            <a:off x="9174480" y="5738113"/>
            <a:ext cx="2103120" cy="228600"/>
          </a:xfrm>
        </p:spPr>
        <p:txBody>
          <a:bodyPr>
            <a:noAutofit/>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32" name="Text Placeholder 10">
            <a:extLst>
              <a:ext uri="{FF2B5EF4-FFF2-40B4-BE49-F238E27FC236}">
                <a16:creationId xmlns:a16="http://schemas.microsoft.com/office/drawing/2014/main" id="{A3C30BF1-DCAF-4FF7-AE62-42A77BBB551F}"/>
              </a:ext>
            </a:extLst>
          </p:cNvPr>
          <p:cNvSpPr>
            <a:spLocks noGrp="1"/>
          </p:cNvSpPr>
          <p:nvPr>
            <p:ph type="body" sz="quarter" idx="36" hasCustomPrompt="1"/>
          </p:nvPr>
        </p:nvSpPr>
        <p:spPr>
          <a:xfrm>
            <a:off x="9174480" y="6001343"/>
            <a:ext cx="2103120" cy="228600"/>
          </a:xfrm>
        </p:spPr>
        <p:txBody>
          <a:bodyPr>
            <a:noAutofit/>
          </a:bodyPr>
          <a:lstStyle>
            <a:lvl1pPr marL="0" indent="0">
              <a:buNone/>
              <a:defRPr sz="1200">
                <a:solidFill>
                  <a:schemeClr val="tx1">
                    <a:lumMod val="50000"/>
                    <a:lumOff val="50000"/>
                  </a:schemeClr>
                </a:solidFill>
              </a:defRPr>
            </a:lvl1pPr>
            <a:lvl2pPr marL="457200" indent="0">
              <a:buNone/>
              <a:defRPr sz="1200">
                <a:solidFill>
                  <a:schemeClr val="tx1">
                    <a:lumMod val="50000"/>
                    <a:lumOff val="50000"/>
                  </a:schemeClr>
                </a:solidFill>
              </a:defRPr>
            </a:lvl2pPr>
            <a:lvl3pPr marL="914400" indent="0">
              <a:buNone/>
              <a:defRPr sz="1200">
                <a:solidFill>
                  <a:schemeClr val="tx1">
                    <a:lumMod val="50000"/>
                    <a:lumOff val="50000"/>
                  </a:schemeClr>
                </a:solidFill>
              </a:defRPr>
            </a:lvl3pPr>
            <a:lvl4pPr marL="1371600" indent="0">
              <a:buNone/>
              <a:defRPr sz="1200">
                <a:solidFill>
                  <a:schemeClr val="tx1">
                    <a:lumMod val="50000"/>
                    <a:lumOff val="50000"/>
                  </a:schemeClr>
                </a:solidFill>
              </a:defRPr>
            </a:lvl4pPr>
            <a:lvl5pPr marL="1828800" indent="0">
              <a:buNone/>
              <a:defRPr sz="1200">
                <a:solidFill>
                  <a:schemeClr val="tx1">
                    <a:lumMod val="50000"/>
                    <a:lumOff val="50000"/>
                  </a:schemeClr>
                </a:solidFill>
              </a:defRPr>
            </a:lvl5pPr>
          </a:lstStyle>
          <a:p>
            <a:pPr lvl="0"/>
            <a:r>
              <a:rPr lang="en-US"/>
              <a:t>Title</a:t>
            </a:r>
          </a:p>
        </p:txBody>
      </p:sp>
      <p:sp>
        <p:nvSpPr>
          <p:cNvPr id="49" name="Rectangle 48">
            <a:extLst>
              <a:ext uri="{FF2B5EF4-FFF2-40B4-BE49-F238E27FC236}">
                <a16:creationId xmlns:a16="http://schemas.microsoft.com/office/drawing/2014/main" id="{554DA5CF-5D2A-43B4-85A8-340C8F7BBA9B}"/>
              </a:ext>
              <a:ext uri="{C183D7F6-B498-43B3-948B-1728B52AA6E4}">
                <adec:decorative xmlns:adec="http://schemas.microsoft.com/office/drawing/2017/decorative" val="1"/>
              </a:ext>
            </a:extLst>
          </p:cNvPr>
          <p:cNvSpPr/>
          <p:nvPr userDrawn="1"/>
        </p:nvSpPr>
        <p:spPr>
          <a:xfrm>
            <a:off x="914542" y="3312119"/>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6B1FEE3-D401-47CB-80E6-52D6DF510D77}"/>
              </a:ext>
              <a:ext uri="{C183D7F6-B498-43B3-948B-1728B52AA6E4}">
                <adec:decorative xmlns:adec="http://schemas.microsoft.com/office/drawing/2017/decorative" val="1"/>
              </a:ext>
            </a:extLst>
          </p:cNvPr>
          <p:cNvSpPr/>
          <p:nvPr userDrawn="1"/>
        </p:nvSpPr>
        <p:spPr>
          <a:xfrm>
            <a:off x="3667323" y="331408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98D86A78-C607-45C6-8641-1AF4A5F073EE}"/>
              </a:ext>
              <a:ext uri="{C183D7F6-B498-43B3-948B-1728B52AA6E4}">
                <adec:decorative xmlns:adec="http://schemas.microsoft.com/office/drawing/2017/decorative" val="1"/>
              </a:ext>
            </a:extLst>
          </p:cNvPr>
          <p:cNvSpPr/>
          <p:nvPr userDrawn="1"/>
        </p:nvSpPr>
        <p:spPr>
          <a:xfrm>
            <a:off x="6418867" y="331408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84BFDA8-0351-4C99-8911-2034DAE3D78E}"/>
              </a:ext>
              <a:ext uri="{C183D7F6-B498-43B3-948B-1728B52AA6E4}">
                <adec:decorative xmlns:adec="http://schemas.microsoft.com/office/drawing/2017/decorative" val="1"/>
              </a:ext>
            </a:extLst>
          </p:cNvPr>
          <p:cNvSpPr/>
          <p:nvPr userDrawn="1"/>
        </p:nvSpPr>
        <p:spPr>
          <a:xfrm>
            <a:off x="9173027" y="3314088"/>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1896FDB4-943E-4915-BFB5-FBF28C1F0DB4}"/>
              </a:ext>
              <a:ext uri="{C183D7F6-B498-43B3-948B-1728B52AA6E4}">
                <adec:decorative xmlns:adec="http://schemas.microsoft.com/office/drawing/2017/decorative" val="1"/>
              </a:ext>
            </a:extLst>
          </p:cNvPr>
          <p:cNvSpPr/>
          <p:nvPr userDrawn="1"/>
        </p:nvSpPr>
        <p:spPr>
          <a:xfrm>
            <a:off x="918072" y="5537362"/>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8DE6F848-8616-4A39-B962-93F75C4718F8}"/>
              </a:ext>
              <a:ext uri="{C183D7F6-B498-43B3-948B-1728B52AA6E4}">
                <adec:decorative xmlns:adec="http://schemas.microsoft.com/office/drawing/2017/decorative" val="1"/>
              </a:ext>
            </a:extLst>
          </p:cNvPr>
          <p:cNvSpPr/>
          <p:nvPr userDrawn="1"/>
        </p:nvSpPr>
        <p:spPr>
          <a:xfrm>
            <a:off x="3670416" y="5539331"/>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506A04BD-9213-47EF-B5B0-2684E430D182}"/>
              </a:ext>
              <a:ext uri="{C183D7F6-B498-43B3-948B-1728B52AA6E4}">
                <adec:decorative xmlns:adec="http://schemas.microsoft.com/office/drawing/2017/decorative" val="1"/>
              </a:ext>
            </a:extLst>
          </p:cNvPr>
          <p:cNvSpPr/>
          <p:nvPr userDrawn="1"/>
        </p:nvSpPr>
        <p:spPr>
          <a:xfrm>
            <a:off x="6419065" y="5539331"/>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7869DE2A-F897-46B0-B840-A2597892490B}"/>
              </a:ext>
              <a:ext uri="{C183D7F6-B498-43B3-948B-1728B52AA6E4}">
                <adec:decorative xmlns:adec="http://schemas.microsoft.com/office/drawing/2017/decorative" val="1"/>
              </a:ext>
            </a:extLst>
          </p:cNvPr>
          <p:cNvSpPr/>
          <p:nvPr userDrawn="1"/>
        </p:nvSpPr>
        <p:spPr>
          <a:xfrm>
            <a:off x="9171432" y="5539331"/>
            <a:ext cx="2103120" cy="10972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24219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7" y="365760"/>
            <a:ext cx="10515600" cy="1325563"/>
          </a:xfrm>
        </p:spPr>
        <p:txBody>
          <a:bodyPr/>
          <a:lstStyle>
            <a:lvl1pPr>
              <a:defRPr>
                <a:solidFill>
                  <a:schemeClr val="tx1"/>
                </a:solidFill>
              </a:defRPr>
            </a:lvl1pPr>
          </a:lstStyle>
          <a:p>
            <a:r>
              <a:rPr lang="en-US"/>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tx1">
                    <a:lumMod val="65000"/>
                    <a:lumOff val="35000"/>
                  </a:schemeClr>
                </a:solidFill>
              </a:defRPr>
            </a:lvl1pPr>
          </a:lstStyle>
          <a:p>
            <a:fld id="{B5CEABB6-07DC-46E8-9B57-56EC44A396E5}" type="slidenum">
              <a:rPr lang="en-US" smtClean="0"/>
              <a:pPr/>
              <a:t>‹#›</a:t>
            </a:fld>
            <a:endParaRPr lang="en-US"/>
          </a:p>
        </p:txBody>
      </p:sp>
      <p:sp>
        <p:nvSpPr>
          <p:cNvPr id="11" name="Text Placeholder 10">
            <a:extLst>
              <a:ext uri="{FF2B5EF4-FFF2-40B4-BE49-F238E27FC236}">
                <a16:creationId xmlns:a16="http://schemas.microsoft.com/office/drawing/2014/main" id="{9DD0C4E2-C56D-415A-A93E-7E5A3DD9BBEA}"/>
              </a:ext>
            </a:extLst>
          </p:cNvPr>
          <p:cNvSpPr>
            <a:spLocks noGrp="1"/>
          </p:cNvSpPr>
          <p:nvPr>
            <p:ph type="body" sz="quarter" idx="14" hasCustomPrompt="1"/>
          </p:nvPr>
        </p:nvSpPr>
        <p:spPr>
          <a:xfrm>
            <a:off x="914400"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a:t>CLICK TO EDIT SUBTITLE</a:t>
            </a:r>
          </a:p>
        </p:txBody>
      </p:sp>
      <p:sp>
        <p:nvSpPr>
          <p:cNvPr id="13" name="Text Placeholder 12">
            <a:extLst>
              <a:ext uri="{FF2B5EF4-FFF2-40B4-BE49-F238E27FC236}">
                <a16:creationId xmlns:a16="http://schemas.microsoft.com/office/drawing/2014/main" id="{63466F58-8094-496E-8FA6-A2A07D706ECA}"/>
              </a:ext>
            </a:extLst>
          </p:cNvPr>
          <p:cNvSpPr>
            <a:spLocks noGrp="1"/>
          </p:cNvSpPr>
          <p:nvPr>
            <p:ph type="body" sz="quarter" idx="15" hasCustomPrompt="1"/>
          </p:nvPr>
        </p:nvSpPr>
        <p:spPr>
          <a:xfrm>
            <a:off x="914400"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7" name="Content Placeholder 6">
            <a:extLst>
              <a:ext uri="{FF2B5EF4-FFF2-40B4-BE49-F238E27FC236}">
                <a16:creationId xmlns:a16="http://schemas.microsoft.com/office/drawing/2014/main" id="{27ECF580-8E4E-43A8-957B-F86F1C61ADA4}"/>
              </a:ext>
            </a:extLst>
          </p:cNvPr>
          <p:cNvSpPr>
            <a:spLocks noGrp="1"/>
          </p:cNvSpPr>
          <p:nvPr>
            <p:ph sz="quarter" idx="22" hasCustomPrompt="1"/>
          </p:nvPr>
        </p:nvSpPr>
        <p:spPr>
          <a:xfrm>
            <a:off x="914400"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20" name="Text Placeholder 10">
            <a:extLst>
              <a:ext uri="{FF2B5EF4-FFF2-40B4-BE49-F238E27FC236}">
                <a16:creationId xmlns:a16="http://schemas.microsoft.com/office/drawing/2014/main" id="{58B05749-818D-4447-958A-FEF293220AE8}"/>
              </a:ext>
            </a:extLst>
          </p:cNvPr>
          <p:cNvSpPr>
            <a:spLocks noGrp="1"/>
          </p:cNvSpPr>
          <p:nvPr>
            <p:ph type="body" sz="quarter" idx="23" hasCustomPrompt="1"/>
          </p:nvPr>
        </p:nvSpPr>
        <p:spPr>
          <a:xfrm>
            <a:off x="3602736"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a:t>CLICK TO EDIT SUBTITLE</a:t>
            </a:r>
          </a:p>
        </p:txBody>
      </p:sp>
      <p:sp>
        <p:nvSpPr>
          <p:cNvPr id="21" name="Text Placeholder 12">
            <a:extLst>
              <a:ext uri="{FF2B5EF4-FFF2-40B4-BE49-F238E27FC236}">
                <a16:creationId xmlns:a16="http://schemas.microsoft.com/office/drawing/2014/main" id="{7F20B9D5-25D9-47F8-A972-A75CCB164FD5}"/>
              </a:ext>
            </a:extLst>
          </p:cNvPr>
          <p:cNvSpPr>
            <a:spLocks noGrp="1"/>
          </p:cNvSpPr>
          <p:nvPr>
            <p:ph type="body" sz="quarter" idx="24" hasCustomPrompt="1"/>
          </p:nvPr>
        </p:nvSpPr>
        <p:spPr>
          <a:xfrm>
            <a:off x="3602736"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22" name="Content Placeholder 6">
            <a:extLst>
              <a:ext uri="{FF2B5EF4-FFF2-40B4-BE49-F238E27FC236}">
                <a16:creationId xmlns:a16="http://schemas.microsoft.com/office/drawing/2014/main" id="{41B075AD-BF48-4749-9202-8150B2107377}"/>
              </a:ext>
            </a:extLst>
          </p:cNvPr>
          <p:cNvSpPr>
            <a:spLocks noGrp="1"/>
          </p:cNvSpPr>
          <p:nvPr>
            <p:ph sz="quarter" idx="25" hasCustomPrompt="1"/>
          </p:nvPr>
        </p:nvSpPr>
        <p:spPr>
          <a:xfrm>
            <a:off x="3603626"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23" name="Text Placeholder 10">
            <a:extLst>
              <a:ext uri="{FF2B5EF4-FFF2-40B4-BE49-F238E27FC236}">
                <a16:creationId xmlns:a16="http://schemas.microsoft.com/office/drawing/2014/main" id="{95B953E6-3C98-4798-A4E9-1B1440A15A51}"/>
              </a:ext>
            </a:extLst>
          </p:cNvPr>
          <p:cNvSpPr>
            <a:spLocks noGrp="1"/>
          </p:cNvSpPr>
          <p:nvPr>
            <p:ph type="body" sz="quarter" idx="26" hasCustomPrompt="1"/>
          </p:nvPr>
        </p:nvSpPr>
        <p:spPr>
          <a:xfrm>
            <a:off x="8982077"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a:t>CLICK TO EDIT SUBTITLE</a:t>
            </a:r>
          </a:p>
        </p:txBody>
      </p:sp>
      <p:sp>
        <p:nvSpPr>
          <p:cNvPr id="24" name="Text Placeholder 12">
            <a:extLst>
              <a:ext uri="{FF2B5EF4-FFF2-40B4-BE49-F238E27FC236}">
                <a16:creationId xmlns:a16="http://schemas.microsoft.com/office/drawing/2014/main" id="{65B3E813-F032-4E15-B3D8-B0B967E18400}"/>
              </a:ext>
            </a:extLst>
          </p:cNvPr>
          <p:cNvSpPr>
            <a:spLocks noGrp="1"/>
          </p:cNvSpPr>
          <p:nvPr>
            <p:ph type="body" sz="quarter" idx="27" hasCustomPrompt="1"/>
          </p:nvPr>
        </p:nvSpPr>
        <p:spPr>
          <a:xfrm>
            <a:off x="8982077"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25" name="Content Placeholder 6">
            <a:extLst>
              <a:ext uri="{FF2B5EF4-FFF2-40B4-BE49-F238E27FC236}">
                <a16:creationId xmlns:a16="http://schemas.microsoft.com/office/drawing/2014/main" id="{3A1AE7A9-C278-4553-BA87-9A37448FE965}"/>
              </a:ext>
            </a:extLst>
          </p:cNvPr>
          <p:cNvSpPr>
            <a:spLocks noGrp="1"/>
          </p:cNvSpPr>
          <p:nvPr>
            <p:ph sz="quarter" idx="28" hasCustomPrompt="1"/>
          </p:nvPr>
        </p:nvSpPr>
        <p:spPr>
          <a:xfrm>
            <a:off x="8982077"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26" name="Text Placeholder 10">
            <a:extLst>
              <a:ext uri="{FF2B5EF4-FFF2-40B4-BE49-F238E27FC236}">
                <a16:creationId xmlns:a16="http://schemas.microsoft.com/office/drawing/2014/main" id="{1408D2FA-A2B1-4447-8C50-0F16D70CE9D2}"/>
              </a:ext>
            </a:extLst>
          </p:cNvPr>
          <p:cNvSpPr>
            <a:spLocks noGrp="1"/>
          </p:cNvSpPr>
          <p:nvPr>
            <p:ph type="body" sz="quarter" idx="29" hasCustomPrompt="1"/>
          </p:nvPr>
        </p:nvSpPr>
        <p:spPr>
          <a:xfrm>
            <a:off x="6291072" y="4333934"/>
            <a:ext cx="2286000" cy="548640"/>
          </a:xfrm>
        </p:spPr>
        <p:txBody>
          <a:bodyPr>
            <a:noAutofit/>
          </a:bodyPr>
          <a:lstStyle>
            <a:lvl1pPr marL="0" indent="0" algn="ctr">
              <a:buNone/>
              <a:defRPr sz="1800">
                <a:solidFill>
                  <a:schemeClr val="accent1"/>
                </a:solidFill>
                <a:latin typeface="+mj-lt"/>
              </a:defRPr>
            </a:lvl1pPr>
            <a:lvl2pPr marL="457200" indent="0">
              <a:buNone/>
              <a:defRPr sz="1800">
                <a:latin typeface="+mj-lt"/>
              </a:defRPr>
            </a:lvl2pPr>
            <a:lvl3pPr marL="914400" indent="0">
              <a:buNone/>
              <a:defRPr sz="1800">
                <a:latin typeface="+mj-lt"/>
              </a:defRPr>
            </a:lvl3pPr>
            <a:lvl4pPr marL="1371600" indent="0">
              <a:buNone/>
              <a:defRPr sz="1800">
                <a:latin typeface="+mj-lt"/>
              </a:defRPr>
            </a:lvl4pPr>
            <a:lvl5pPr marL="1828800" indent="0">
              <a:buNone/>
              <a:defRPr sz="1800">
                <a:latin typeface="+mj-lt"/>
              </a:defRPr>
            </a:lvl5pPr>
          </a:lstStyle>
          <a:p>
            <a:pPr lvl="0"/>
            <a:r>
              <a:rPr lang="en-US"/>
              <a:t>CLICK TO EDIT SUBTITLE</a:t>
            </a:r>
          </a:p>
        </p:txBody>
      </p:sp>
      <p:sp>
        <p:nvSpPr>
          <p:cNvPr id="27" name="Text Placeholder 12">
            <a:extLst>
              <a:ext uri="{FF2B5EF4-FFF2-40B4-BE49-F238E27FC236}">
                <a16:creationId xmlns:a16="http://schemas.microsoft.com/office/drawing/2014/main" id="{68834F1C-0151-4D96-9804-08CAEEDB3495}"/>
              </a:ext>
            </a:extLst>
          </p:cNvPr>
          <p:cNvSpPr>
            <a:spLocks noGrp="1"/>
          </p:cNvSpPr>
          <p:nvPr>
            <p:ph type="body" sz="quarter" idx="30" hasCustomPrompt="1"/>
          </p:nvPr>
        </p:nvSpPr>
        <p:spPr>
          <a:xfrm>
            <a:off x="6291072" y="5235467"/>
            <a:ext cx="2286000" cy="731520"/>
          </a:xfrm>
        </p:spPr>
        <p:txBody>
          <a:bodyPr>
            <a:noAutofit/>
          </a:bodyPr>
          <a:lstStyle>
            <a:lvl1pPr marL="0" indent="0" algn="ctr">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28" name="Content Placeholder 6">
            <a:extLst>
              <a:ext uri="{FF2B5EF4-FFF2-40B4-BE49-F238E27FC236}">
                <a16:creationId xmlns:a16="http://schemas.microsoft.com/office/drawing/2014/main" id="{DB26BE5E-69FC-43BF-BD74-25B62546B252}"/>
              </a:ext>
            </a:extLst>
          </p:cNvPr>
          <p:cNvSpPr>
            <a:spLocks noGrp="1"/>
          </p:cNvSpPr>
          <p:nvPr>
            <p:ph sz="quarter" idx="31" hasCustomPrompt="1"/>
          </p:nvPr>
        </p:nvSpPr>
        <p:spPr>
          <a:xfrm>
            <a:off x="6292852" y="2004810"/>
            <a:ext cx="2286000" cy="2171700"/>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29" name="Text Placeholder 12">
            <a:extLst>
              <a:ext uri="{FF2B5EF4-FFF2-40B4-BE49-F238E27FC236}">
                <a16:creationId xmlns:a16="http://schemas.microsoft.com/office/drawing/2014/main" id="{E9D71C6C-8090-42D9-AA7D-9D858A089829}"/>
              </a:ext>
            </a:extLst>
          </p:cNvPr>
          <p:cNvSpPr>
            <a:spLocks noGrp="1"/>
          </p:cNvSpPr>
          <p:nvPr>
            <p:ph type="body" sz="quarter" idx="32" hasCustomPrompt="1"/>
          </p:nvPr>
        </p:nvSpPr>
        <p:spPr>
          <a:xfrm>
            <a:off x="914400"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30" name="Text Placeholder 12">
            <a:extLst>
              <a:ext uri="{FF2B5EF4-FFF2-40B4-BE49-F238E27FC236}">
                <a16:creationId xmlns:a16="http://schemas.microsoft.com/office/drawing/2014/main" id="{ADBCB0A2-01FA-4A56-9187-2141478D277E}"/>
              </a:ext>
            </a:extLst>
          </p:cNvPr>
          <p:cNvSpPr>
            <a:spLocks noGrp="1"/>
          </p:cNvSpPr>
          <p:nvPr>
            <p:ph type="body" sz="quarter" idx="33" hasCustomPrompt="1"/>
          </p:nvPr>
        </p:nvSpPr>
        <p:spPr>
          <a:xfrm>
            <a:off x="3602736"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31" name="Text Placeholder 12">
            <a:extLst>
              <a:ext uri="{FF2B5EF4-FFF2-40B4-BE49-F238E27FC236}">
                <a16:creationId xmlns:a16="http://schemas.microsoft.com/office/drawing/2014/main" id="{A8DA037D-3115-4D06-B62B-8B2361C1B73D}"/>
              </a:ext>
            </a:extLst>
          </p:cNvPr>
          <p:cNvSpPr>
            <a:spLocks noGrp="1"/>
          </p:cNvSpPr>
          <p:nvPr>
            <p:ph type="body" sz="quarter" idx="34" hasCustomPrompt="1"/>
          </p:nvPr>
        </p:nvSpPr>
        <p:spPr>
          <a:xfrm>
            <a:off x="8982077"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32" name="Text Placeholder 12">
            <a:extLst>
              <a:ext uri="{FF2B5EF4-FFF2-40B4-BE49-F238E27FC236}">
                <a16:creationId xmlns:a16="http://schemas.microsoft.com/office/drawing/2014/main" id="{2CE21E27-DF2A-4809-8004-DBD3CB8C9D75}"/>
              </a:ext>
            </a:extLst>
          </p:cNvPr>
          <p:cNvSpPr>
            <a:spLocks noGrp="1"/>
          </p:cNvSpPr>
          <p:nvPr>
            <p:ph type="body" sz="quarter" idx="35" hasCustomPrompt="1"/>
          </p:nvPr>
        </p:nvSpPr>
        <p:spPr>
          <a:xfrm>
            <a:off x="6291072" y="4912335"/>
            <a:ext cx="2286000" cy="274320"/>
          </a:xfrm>
        </p:spPr>
        <p:txBody>
          <a:bodyPr>
            <a:noAutofit/>
          </a:bodyPr>
          <a:lstStyle>
            <a:lvl1pPr marL="0" indent="0" algn="ctr">
              <a:lnSpc>
                <a:spcPts val="2000"/>
              </a:lnSpc>
              <a:spcBef>
                <a:spcPts val="0"/>
              </a:spcBef>
              <a:buNone/>
              <a:defRPr sz="16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Tree>
    <p:extLst>
      <p:ext uri="{BB962C8B-B14F-4D97-AF65-F5344CB8AC3E}">
        <p14:creationId xmlns:p14="http://schemas.microsoft.com/office/powerpoint/2010/main" val="1628668314"/>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F1B0119-8B53-4329-89FD-7688250A12F9}"/>
              </a:ext>
            </a:extLst>
          </p:cNvPr>
          <p:cNvSpPr>
            <a:spLocks noGrp="1"/>
          </p:cNvSpPr>
          <p:nvPr>
            <p:ph type="pic" sz="quarter" idx="13"/>
          </p:nvPr>
        </p:nvSpPr>
        <p:spPr>
          <a:xfrm>
            <a:off x="458724" y="481369"/>
            <a:ext cx="11274552" cy="2743200"/>
          </a:xfrm>
          <a:custGeom>
            <a:avLst/>
            <a:gdLst>
              <a:gd name="connsiteX0" fmla="*/ 0 w 11274552"/>
              <a:gd name="connsiteY0" fmla="*/ 0 h 2743200"/>
              <a:gd name="connsiteX1" fmla="*/ 11274552 w 11274552"/>
              <a:gd name="connsiteY1" fmla="*/ 0 h 2743200"/>
              <a:gd name="connsiteX2" fmla="*/ 11274552 w 11274552"/>
              <a:gd name="connsiteY2" fmla="*/ 2743200 h 2743200"/>
              <a:gd name="connsiteX3" fmla="*/ 5730217 w 11274552"/>
              <a:gd name="connsiteY3" fmla="*/ 2743200 h 2743200"/>
              <a:gd name="connsiteX4" fmla="*/ 5730217 w 11274552"/>
              <a:gd name="connsiteY4" fmla="*/ 1118831 h 2743200"/>
              <a:gd name="connsiteX5" fmla="*/ 5522399 w 11274552"/>
              <a:gd name="connsiteY5" fmla="*/ 1118831 h 2743200"/>
              <a:gd name="connsiteX6" fmla="*/ 5522399 w 11274552"/>
              <a:gd name="connsiteY6" fmla="*/ 2743200 h 2743200"/>
              <a:gd name="connsiteX7" fmla="*/ 0 w 11274552"/>
              <a:gd name="connsiteY7" fmla="*/ 274320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4552" h="2743200">
                <a:moveTo>
                  <a:pt x="0" y="0"/>
                </a:moveTo>
                <a:lnTo>
                  <a:pt x="11274552" y="0"/>
                </a:lnTo>
                <a:lnTo>
                  <a:pt x="11274552" y="2743200"/>
                </a:lnTo>
                <a:lnTo>
                  <a:pt x="5730217" y="2743200"/>
                </a:lnTo>
                <a:lnTo>
                  <a:pt x="5730217" y="1118831"/>
                </a:lnTo>
                <a:lnTo>
                  <a:pt x="5522399" y="1118831"/>
                </a:lnTo>
                <a:lnTo>
                  <a:pt x="5522399" y="2743200"/>
                </a:lnTo>
                <a:lnTo>
                  <a:pt x="0" y="2743200"/>
                </a:lnTo>
                <a:close/>
              </a:path>
            </a:pathLst>
          </a:custGeom>
          <a:solidFill>
            <a:schemeClr val="accent6">
              <a:lumMod val="20000"/>
              <a:lumOff val="8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8" y="3592386"/>
            <a:ext cx="4572000" cy="1325563"/>
          </a:xfrm>
        </p:spPr>
        <p:txBody>
          <a:bodyPr anchor="t" anchorCtr="0"/>
          <a:lstStyle>
            <a:lvl1pPr>
              <a:defRPr>
                <a:solidFill>
                  <a:schemeClr val="tx1"/>
                </a:solidFill>
              </a:defRPr>
            </a:lvl1pPr>
          </a:lstStyle>
          <a:p>
            <a:r>
              <a:rPr lang="en-US"/>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tx1">
                    <a:lumMod val="65000"/>
                    <a:lumOff val="35000"/>
                  </a:schemeClr>
                </a:solidFill>
              </a:defRPr>
            </a:lvl1pPr>
          </a:lstStyle>
          <a:p>
            <a:r>
              <a:rPr lang="en-US"/>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a:t>Pitch deck title</a:t>
            </a:r>
          </a:p>
        </p:txBody>
      </p:sp>
      <p:sp>
        <p:nvSpPr>
          <p:cNvPr id="15" name="Text Placeholder 12">
            <a:extLst>
              <a:ext uri="{FF2B5EF4-FFF2-40B4-BE49-F238E27FC236}">
                <a16:creationId xmlns:a16="http://schemas.microsoft.com/office/drawing/2014/main" id="{FEDD6309-46B2-4D7D-A1E2-8F04609BF7B3}"/>
              </a:ext>
            </a:extLst>
          </p:cNvPr>
          <p:cNvSpPr>
            <a:spLocks noGrp="1"/>
          </p:cNvSpPr>
          <p:nvPr>
            <p:ph type="body" sz="quarter" idx="17" hasCustomPrompt="1"/>
          </p:nvPr>
        </p:nvSpPr>
        <p:spPr>
          <a:xfrm>
            <a:off x="6489391" y="3546349"/>
            <a:ext cx="5248656" cy="1920240"/>
          </a:xfrm>
        </p:spPr>
        <p:txBody>
          <a:bodyPr>
            <a:noAutofit/>
          </a:bodyPr>
          <a:lstStyle>
            <a:lvl1pPr marL="0" indent="0">
              <a:lnSpc>
                <a:spcPts val="2000"/>
              </a:lnSpc>
              <a:spcBef>
                <a:spcPts val="0"/>
              </a:spcBef>
              <a:buNone/>
              <a:defRPr sz="140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text</a:t>
            </a:r>
          </a:p>
        </p:txBody>
      </p:sp>
      <p:sp>
        <p:nvSpPr>
          <p:cNvPr id="11" name="Rectangle 10">
            <a:extLst>
              <a:ext uri="{FF2B5EF4-FFF2-40B4-BE49-F238E27FC236}">
                <a16:creationId xmlns:a16="http://schemas.microsoft.com/office/drawing/2014/main" id="{95C8E637-78B0-4855-A6B1-C2DE56F3644F}"/>
              </a:ext>
              <a:ext uri="{C183D7F6-B498-43B3-948B-1728B52AA6E4}">
                <adec:decorative xmlns:adec="http://schemas.microsoft.com/office/drawing/2017/decorative" val="1"/>
              </a:ext>
            </a:extLst>
          </p:cNvPr>
          <p:cNvSpPr/>
          <p:nvPr userDrawn="1"/>
        </p:nvSpPr>
        <p:spPr>
          <a:xfrm>
            <a:off x="5981123" y="1600200"/>
            <a:ext cx="207818"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2">
            <a:extLst>
              <a:ext uri="{FF2B5EF4-FFF2-40B4-BE49-F238E27FC236}">
                <a16:creationId xmlns:a16="http://schemas.microsoft.com/office/drawing/2014/main" id="{89A89CDF-EE53-4D5A-BA2F-B21F454E10AE}"/>
              </a:ext>
            </a:extLst>
          </p:cNvPr>
          <p:cNvSpPr>
            <a:spLocks noGrp="1"/>
          </p:cNvSpPr>
          <p:nvPr>
            <p:ph type="body" sz="quarter" idx="14" hasCustomPrompt="1"/>
          </p:nvPr>
        </p:nvSpPr>
        <p:spPr>
          <a:xfrm>
            <a:off x="5239512" y="5503164"/>
            <a:ext cx="6958584" cy="1371600"/>
          </a:xfrm>
        </p:spPr>
        <p:txBody>
          <a:bodyPr vert="horz" bIns="0" anchor="t">
            <a:noAutofit/>
          </a:bodyPr>
          <a:lstStyle>
            <a:lvl1pPr marL="0" indent="0" algn="r">
              <a:lnSpc>
                <a:spcPct val="100000"/>
              </a:lnSpc>
              <a:spcBef>
                <a:spcPts val="0"/>
              </a:spcBef>
              <a:buNone/>
              <a:defRPr sz="11000" cap="all" baseline="0">
                <a:solidFill>
                  <a:schemeClr val="bg1">
                    <a:lumMod val="95000"/>
                  </a:schemeClr>
                </a:solidFill>
                <a:latin typeface="Source Sans Pro ExtraLight" panose="020B0303030403020204" pitchFamily="34" charset="0"/>
                <a:ea typeface="Source Sans Pro ExtraLight" panose="020B0303030403020204" pitchFamily="34" charset="0"/>
              </a:defRPr>
            </a:lvl1pPr>
          </a:lstStyle>
          <a:p>
            <a:pPr lvl="0"/>
            <a:r>
              <a:rPr lang="en-US"/>
              <a:t>Summary</a:t>
            </a:r>
          </a:p>
        </p:txBody>
      </p:sp>
    </p:spTree>
    <p:extLst>
      <p:ext uri="{BB962C8B-B14F-4D97-AF65-F5344CB8AC3E}">
        <p14:creationId xmlns:p14="http://schemas.microsoft.com/office/powerpoint/2010/main" val="4266790934"/>
      </p:ext>
    </p:extLst>
  </p:cSld>
  <p:clrMapOvr>
    <a:masterClrMapping/>
  </p:clrMapOvr>
  <p:extLst>
    <p:ext uri="{DCECCB84-F9BA-43D5-87BE-67443E8EF086}">
      <p15:sldGuideLst xmlns:p15="http://schemas.microsoft.com/office/powerpoint/2012/main">
        <p15:guide id="1" orient="horz" pos="91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4ED48F4-DBCF-44E9-BDD6-E6E63CAB7350}"/>
              </a:ext>
            </a:extLst>
          </p:cNvPr>
          <p:cNvSpPr>
            <a:spLocks noGrp="1"/>
          </p:cNvSpPr>
          <p:nvPr>
            <p:ph type="pic" sz="quarter" idx="13"/>
          </p:nvPr>
        </p:nvSpPr>
        <p:spPr>
          <a:xfrm>
            <a:off x="1524" y="0"/>
            <a:ext cx="12188952" cy="6858000"/>
          </a:xfrm>
          <a:custGeom>
            <a:avLst/>
            <a:gdLst>
              <a:gd name="connsiteX0" fmla="*/ 0 w 12188952"/>
              <a:gd name="connsiteY0" fmla="*/ 0 h 6858000"/>
              <a:gd name="connsiteX1" fmla="*/ 12188952 w 12188952"/>
              <a:gd name="connsiteY1" fmla="*/ 0 h 6858000"/>
              <a:gd name="connsiteX2" fmla="*/ 12188952 w 12188952"/>
              <a:gd name="connsiteY2" fmla="*/ 3423562 h 6858000"/>
              <a:gd name="connsiteX3" fmla="*/ 7502172 w 12188952"/>
              <a:gd name="connsiteY3" fmla="*/ 3423562 h 6858000"/>
              <a:gd name="connsiteX4" fmla="*/ 7502172 w 12188952"/>
              <a:gd name="connsiteY4" fmla="*/ 3652162 h 6858000"/>
              <a:gd name="connsiteX5" fmla="*/ 12188952 w 12188952"/>
              <a:gd name="connsiteY5" fmla="*/ 3652162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0" y="0"/>
                </a:moveTo>
                <a:lnTo>
                  <a:pt x="12188952" y="0"/>
                </a:lnTo>
                <a:lnTo>
                  <a:pt x="12188952" y="3423562"/>
                </a:lnTo>
                <a:lnTo>
                  <a:pt x="7502172" y="3423562"/>
                </a:lnTo>
                <a:lnTo>
                  <a:pt x="7502172" y="3652162"/>
                </a:lnTo>
                <a:lnTo>
                  <a:pt x="12188952" y="3652162"/>
                </a:lnTo>
                <a:lnTo>
                  <a:pt x="12188952" y="6858000"/>
                </a:lnTo>
                <a:lnTo>
                  <a:pt x="0" y="6858000"/>
                </a:lnTo>
                <a:close/>
              </a:path>
            </a:pathLst>
          </a:custGeom>
          <a:solidFill>
            <a:schemeClr val="accent6">
              <a:lumMod val="20000"/>
              <a:lumOff val="80000"/>
            </a:schemeClr>
          </a:solidFill>
        </p:spPr>
        <p:txBody>
          <a:bodyPr wrap="square">
            <a:noAutofit/>
          </a:bodyPr>
          <a:lstStyle/>
          <a:p>
            <a:r>
              <a:rPr lang="en-US"/>
              <a:t>Click icon to add picture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bg1"/>
                </a:solidFill>
              </a:defRPr>
            </a:lvl1pPr>
          </a:lstStyle>
          <a:p>
            <a:r>
              <a:rPr lang="en-US"/>
              <a:t>7/14/20XX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bg1"/>
                </a:solidFill>
              </a:defRPr>
            </a:lvl1pPr>
          </a:lstStyle>
          <a:p>
            <a:r>
              <a:rPr lang="en-US"/>
              <a:t>Pitch deck title</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bg1"/>
                </a:solidFill>
              </a:defRPr>
            </a:lvl1pPr>
          </a:lstStyle>
          <a:p>
            <a:fld id="{B5CEABB6-07DC-46E8-9B57-56EC44A396E5}" type="slidenum">
              <a:rPr lang="en-US" smtClean="0"/>
              <a:pPr/>
              <a:t>‹#›</a:t>
            </a:fld>
            <a:endParaRPr lang="en-US"/>
          </a:p>
        </p:txBody>
      </p:sp>
      <p:sp>
        <p:nvSpPr>
          <p:cNvPr id="9" name="Content Placeholder 2">
            <a:extLst>
              <a:ext uri="{FF2B5EF4-FFF2-40B4-BE49-F238E27FC236}">
                <a16:creationId xmlns:a16="http://schemas.microsoft.com/office/drawing/2014/main" id="{77D5655F-601C-49CF-925B-4467144804D6}"/>
              </a:ext>
            </a:extLst>
          </p:cNvPr>
          <p:cNvSpPr>
            <a:spLocks noGrp="1"/>
          </p:cNvSpPr>
          <p:nvPr>
            <p:ph idx="14" hasCustomPrompt="1"/>
          </p:nvPr>
        </p:nvSpPr>
        <p:spPr>
          <a:xfrm>
            <a:off x="7467603" y="4681728"/>
            <a:ext cx="3838731" cy="1645920"/>
          </a:xfrm>
        </p:spPr>
        <p:txBody>
          <a:bodyPr>
            <a:normAutofit/>
          </a:bodyPr>
          <a:lstStyle>
            <a:lvl1pPr marL="0" indent="0">
              <a:lnSpc>
                <a:spcPct val="100000"/>
              </a:lnSpc>
              <a:buNone/>
              <a:defRPr sz="1400">
                <a:solidFill>
                  <a:schemeClr val="bg1"/>
                </a:solidFill>
              </a:defRPr>
            </a:lvl1pPr>
            <a:lvl2pPr marL="457200" indent="0">
              <a:lnSpc>
                <a:spcPct val="100000"/>
              </a:lnSpc>
              <a:buNone/>
              <a:defRPr sz="1600"/>
            </a:lvl2pPr>
            <a:lvl3pPr marL="914400" indent="0">
              <a:lnSpc>
                <a:spcPct val="100000"/>
              </a:lnSpc>
              <a:buNone/>
              <a:defRPr sz="1600"/>
            </a:lvl3pPr>
            <a:lvl4pPr marL="1371600" indent="0">
              <a:lnSpc>
                <a:spcPct val="100000"/>
              </a:lnSpc>
              <a:buNone/>
              <a:defRPr sz="1600"/>
            </a:lvl4pPr>
            <a:lvl5pPr marL="1828800" indent="0">
              <a:lnSpc>
                <a:spcPct val="100000"/>
              </a:lnSpc>
              <a:buNone/>
              <a:defRPr sz="1600"/>
            </a:lvl5pPr>
          </a:lstStyle>
          <a:p>
            <a:pPr lvl="0"/>
            <a:r>
              <a:rPr lang="en-US"/>
              <a:t>Click to edit text</a:t>
            </a:r>
          </a:p>
        </p:txBody>
      </p:sp>
      <p:sp>
        <p:nvSpPr>
          <p:cNvPr id="12" name="Rectangle 11">
            <a:extLst>
              <a:ext uri="{FF2B5EF4-FFF2-40B4-BE49-F238E27FC236}">
                <a16:creationId xmlns:a16="http://schemas.microsoft.com/office/drawing/2014/main" id="{53A4EE02-E082-4906-9F26-21DA131BE270}"/>
              </a:ext>
              <a:ext uri="{C183D7F6-B498-43B3-948B-1728B52AA6E4}">
                <adec:decorative xmlns:adec="http://schemas.microsoft.com/office/drawing/2017/decorative" val="1"/>
              </a:ext>
            </a:extLst>
          </p:cNvPr>
          <p:cNvSpPr/>
          <p:nvPr userDrawn="1"/>
        </p:nvSpPr>
        <p:spPr>
          <a:xfrm>
            <a:off x="7503696" y="3423562"/>
            <a:ext cx="4686780" cy="228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49F40A-2F72-4059-80C0-FD3038B0C3D5}"/>
              </a:ext>
            </a:extLst>
          </p:cNvPr>
          <p:cNvSpPr>
            <a:spLocks noGrp="1"/>
          </p:cNvSpPr>
          <p:nvPr>
            <p:ph type="title"/>
          </p:nvPr>
        </p:nvSpPr>
        <p:spPr>
          <a:xfrm>
            <a:off x="7465854" y="3941064"/>
            <a:ext cx="3840480" cy="640080"/>
          </a:xfrm>
        </p:spPr>
        <p:txBody>
          <a:bodyPr anchor="t"/>
          <a:lstStyle>
            <a:lvl1pPr>
              <a:spcBef>
                <a:spcPts val="1000"/>
              </a:spcBef>
              <a:defRPr cap="all" baseline="0">
                <a:solidFill>
                  <a:schemeClr val="bg1"/>
                </a:solidFill>
              </a:defRPr>
            </a:lvl1pPr>
          </a:lstStyle>
          <a:p>
            <a:r>
              <a:rPr lang="en-US"/>
              <a:t>Click to edit Master title style</a:t>
            </a:r>
          </a:p>
        </p:txBody>
      </p:sp>
    </p:spTree>
    <p:extLst>
      <p:ext uri="{BB962C8B-B14F-4D97-AF65-F5344CB8AC3E}">
        <p14:creationId xmlns:p14="http://schemas.microsoft.com/office/powerpoint/2010/main" val="18317654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A79566-C1F8-443D-A135-C668898477AE}"/>
              </a:ext>
            </a:extLst>
          </p:cNvPr>
          <p:cNvSpPr>
            <a:spLocks noGrp="1"/>
          </p:cNvSpPr>
          <p:nvPr>
            <p:ph type="dt" sz="half" idx="10"/>
          </p:nvPr>
        </p:nvSpPr>
        <p:spPr/>
        <p:txBody>
          <a:bodyPr/>
          <a:lstStyle/>
          <a:p>
            <a:r>
              <a:rPr lang="en-US"/>
              <a:t>7/14/20XX</a:t>
            </a:r>
          </a:p>
        </p:txBody>
      </p:sp>
      <p:sp>
        <p:nvSpPr>
          <p:cNvPr id="6" name="Footer Placeholder 5">
            <a:extLst>
              <a:ext uri="{FF2B5EF4-FFF2-40B4-BE49-F238E27FC236}">
                <a16:creationId xmlns:a16="http://schemas.microsoft.com/office/drawing/2014/main" id="{035CF363-F733-460B-9E71-BF70442AC396}"/>
              </a:ext>
            </a:extLst>
          </p:cNvPr>
          <p:cNvSpPr>
            <a:spLocks noGrp="1"/>
          </p:cNvSpPr>
          <p:nvPr>
            <p:ph type="ftr" sz="quarter" idx="11"/>
          </p:nvPr>
        </p:nvSpPr>
        <p:spPr/>
        <p:txBody>
          <a:bodyPr/>
          <a:lstStyle/>
          <a:p>
            <a:r>
              <a:rPr lang="en-US"/>
              <a:t>Pitch deck title</a:t>
            </a:r>
          </a:p>
        </p:txBody>
      </p:sp>
      <p:sp>
        <p:nvSpPr>
          <p:cNvPr id="7" name="Slide Number Placeholder 6">
            <a:extLst>
              <a:ext uri="{FF2B5EF4-FFF2-40B4-BE49-F238E27FC236}">
                <a16:creationId xmlns:a16="http://schemas.microsoft.com/office/drawing/2014/main" id="{A3B0FA47-58F4-4B95-AD52-4EFE7977ACEC}"/>
              </a:ext>
            </a:extLst>
          </p:cNvPr>
          <p:cNvSpPr>
            <a:spLocks noGrp="1"/>
          </p:cNvSpPr>
          <p:nvPr>
            <p:ph type="sldNum" sz="quarter" idx="12"/>
          </p:nvPr>
        </p:nvSpPr>
        <p:spPr/>
        <p:txBody>
          <a:bodyPr/>
          <a:lstStyle/>
          <a:p>
            <a:fld id="{B5CEABB6-07DC-46E8-9B57-56EC44A396E5}" type="slidenum">
              <a:rPr lang="en-US" smtClean="0"/>
              <a:t>‹#›</a:t>
            </a:fld>
            <a:endParaRPr lang="en-US"/>
          </a:p>
        </p:txBody>
      </p:sp>
    </p:spTree>
    <p:extLst>
      <p:ext uri="{BB962C8B-B14F-4D97-AF65-F5344CB8AC3E}">
        <p14:creationId xmlns:p14="http://schemas.microsoft.com/office/powerpoint/2010/main" val="4894937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4411E-20EA-4627-8A68-17038DCE18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4E5B2-1EB9-4222-8FAB-65BDC9A950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197C18-82B5-4EB5-9010-63FFB7F531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32AD86-1F8B-4DE6-9736-793E1781772C}"/>
              </a:ext>
            </a:extLst>
          </p:cNvPr>
          <p:cNvSpPr>
            <a:spLocks noGrp="1"/>
          </p:cNvSpPr>
          <p:nvPr>
            <p:ph type="dt" sz="half" idx="10"/>
          </p:nvPr>
        </p:nvSpPr>
        <p:spPr/>
        <p:txBody>
          <a:bodyPr/>
          <a:lstStyle/>
          <a:p>
            <a:r>
              <a:rPr lang="en-US"/>
              <a:t>7/14/20XX</a:t>
            </a:r>
          </a:p>
        </p:txBody>
      </p:sp>
      <p:sp>
        <p:nvSpPr>
          <p:cNvPr id="6" name="Footer Placeholder 5">
            <a:extLst>
              <a:ext uri="{FF2B5EF4-FFF2-40B4-BE49-F238E27FC236}">
                <a16:creationId xmlns:a16="http://schemas.microsoft.com/office/drawing/2014/main" id="{FA60A3B3-8B02-4D8B-A982-7C7CA03A9290}"/>
              </a:ext>
            </a:extLst>
          </p:cNvPr>
          <p:cNvSpPr>
            <a:spLocks noGrp="1"/>
          </p:cNvSpPr>
          <p:nvPr>
            <p:ph type="ftr" sz="quarter" idx="11"/>
          </p:nvPr>
        </p:nvSpPr>
        <p:spPr/>
        <p:txBody>
          <a:bodyPr/>
          <a:lstStyle/>
          <a:p>
            <a:r>
              <a:rPr lang="en-US"/>
              <a:t>Pitch deck title</a:t>
            </a:r>
          </a:p>
        </p:txBody>
      </p:sp>
      <p:sp>
        <p:nvSpPr>
          <p:cNvPr id="7" name="Slide Number Placeholder 6">
            <a:extLst>
              <a:ext uri="{FF2B5EF4-FFF2-40B4-BE49-F238E27FC236}">
                <a16:creationId xmlns:a16="http://schemas.microsoft.com/office/drawing/2014/main" id="{989C9CBB-7187-447C-9F33-04CFDCD0B2D0}"/>
              </a:ext>
            </a:extLst>
          </p:cNvPr>
          <p:cNvSpPr>
            <a:spLocks noGrp="1"/>
          </p:cNvSpPr>
          <p:nvPr>
            <p:ph type="sldNum" sz="quarter" idx="12"/>
          </p:nvPr>
        </p:nvSpPr>
        <p:spPr/>
        <p:txBody>
          <a:bodyPr/>
          <a:lstStyle/>
          <a:p>
            <a:fld id="{B5CEABB6-07DC-46E8-9B57-56EC44A396E5}" type="slidenum">
              <a:rPr lang="en-US" smtClean="0"/>
              <a:t>‹#›</a:t>
            </a:fld>
            <a:endParaRPr lang="en-US"/>
          </a:p>
        </p:txBody>
      </p:sp>
    </p:spTree>
    <p:extLst>
      <p:ext uri="{BB962C8B-B14F-4D97-AF65-F5344CB8AC3E}">
        <p14:creationId xmlns:p14="http://schemas.microsoft.com/office/powerpoint/2010/main" val="29888139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25D6D-4906-4DAB-B1BA-9436026FE6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975A10-62C2-4D29-B192-A142562FE0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3B58235-2C90-48E1-8A68-7413F78398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FCAF9B-D406-4E4F-B804-AF188F651834}"/>
              </a:ext>
            </a:extLst>
          </p:cNvPr>
          <p:cNvSpPr>
            <a:spLocks noGrp="1"/>
          </p:cNvSpPr>
          <p:nvPr>
            <p:ph type="dt" sz="half" idx="10"/>
          </p:nvPr>
        </p:nvSpPr>
        <p:spPr/>
        <p:txBody>
          <a:bodyPr/>
          <a:lstStyle/>
          <a:p>
            <a:r>
              <a:rPr lang="en-US"/>
              <a:t>7/14/20XX</a:t>
            </a:r>
          </a:p>
        </p:txBody>
      </p:sp>
      <p:sp>
        <p:nvSpPr>
          <p:cNvPr id="6" name="Footer Placeholder 5">
            <a:extLst>
              <a:ext uri="{FF2B5EF4-FFF2-40B4-BE49-F238E27FC236}">
                <a16:creationId xmlns:a16="http://schemas.microsoft.com/office/drawing/2014/main" id="{47E5FF7C-B4CA-48C1-B1A5-2AA329D34317}"/>
              </a:ext>
            </a:extLst>
          </p:cNvPr>
          <p:cNvSpPr>
            <a:spLocks noGrp="1"/>
          </p:cNvSpPr>
          <p:nvPr>
            <p:ph type="ftr" sz="quarter" idx="11"/>
          </p:nvPr>
        </p:nvSpPr>
        <p:spPr/>
        <p:txBody>
          <a:bodyPr/>
          <a:lstStyle/>
          <a:p>
            <a:r>
              <a:rPr lang="en-US"/>
              <a:t>Pitch deck title</a:t>
            </a:r>
          </a:p>
        </p:txBody>
      </p:sp>
      <p:sp>
        <p:nvSpPr>
          <p:cNvPr id="7" name="Slide Number Placeholder 6">
            <a:extLst>
              <a:ext uri="{FF2B5EF4-FFF2-40B4-BE49-F238E27FC236}">
                <a16:creationId xmlns:a16="http://schemas.microsoft.com/office/drawing/2014/main" id="{6AAABB43-2086-4CDB-B2A4-E51E7D83C75B}"/>
              </a:ext>
            </a:extLst>
          </p:cNvPr>
          <p:cNvSpPr>
            <a:spLocks noGrp="1"/>
          </p:cNvSpPr>
          <p:nvPr>
            <p:ph type="sldNum" sz="quarter" idx="12"/>
          </p:nvPr>
        </p:nvSpPr>
        <p:spPr/>
        <p:txBody>
          <a:bodyPr/>
          <a:lstStyle/>
          <a:p>
            <a:fld id="{B5CEABB6-07DC-46E8-9B57-56EC44A396E5}" type="slidenum">
              <a:rPr lang="en-US" smtClean="0"/>
              <a:t>‹#›</a:t>
            </a:fld>
            <a:endParaRPr lang="en-US"/>
          </a:p>
        </p:txBody>
      </p:sp>
    </p:spTree>
    <p:extLst>
      <p:ext uri="{BB962C8B-B14F-4D97-AF65-F5344CB8AC3E}">
        <p14:creationId xmlns:p14="http://schemas.microsoft.com/office/powerpoint/2010/main" val="25473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a:solidFill>
                  <a:schemeClr val="tx1">
                    <a:lumMod val="65000"/>
                    <a:lumOff val="35000"/>
                  </a:schemeClr>
                </a:solidFill>
              </a:defRPr>
            </a:lvl1pPr>
          </a:lstStyle>
          <a:p>
            <a:r>
              <a:rPr lang="en-US"/>
              <a:t>7/14/20XX</a:t>
            </a:r>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lumMod val="65000"/>
                    <a:lumOff val="35000"/>
                  </a:schemeClr>
                </a:solidFill>
              </a:defRPr>
            </a:lvl1pPr>
          </a:lstStyle>
          <a:p>
            <a:r>
              <a:rPr lang="en-US"/>
              <a:t>Pitch deck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lumMod val="65000"/>
                    <a:lumOff val="3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85" r:id="rId4"/>
    <p:sldLayoutId id="2147483650" r:id="rId5"/>
    <p:sldLayoutId id="2147483669" r:id="rId6"/>
    <p:sldLayoutId id="2147483651" r:id="rId7"/>
    <p:sldLayoutId id="2147483671" r:id="rId8"/>
    <p:sldLayoutId id="2147483683" r:id="rId9"/>
    <p:sldLayoutId id="2147483687" r:id="rId10"/>
    <p:sldLayoutId id="2147483672" r:id="rId11"/>
    <p:sldLayoutId id="2147483680" r:id="rId12"/>
    <p:sldLayoutId id="2147483678" r:id="rId13"/>
    <p:sldLayoutId id="2147483653" r:id="rId14"/>
    <p:sldLayoutId id="2147483677" r:id="rId15"/>
    <p:sldLayoutId id="2147483673" r:id="rId16"/>
    <p:sldLayoutId id="2147483654" r:id="rId17"/>
    <p:sldLayoutId id="2147483674" r:id="rId18"/>
    <p:sldLayoutId id="2147483675" r:id="rId19"/>
    <p:sldLayoutId id="2147483676" r:id="rId20"/>
    <p:sldLayoutId id="2147483668" r:id="rId21"/>
    <p:sldLayoutId id="2147483652" r:id="rId22"/>
    <p:sldLayoutId id="2147483656" r:id="rId23"/>
    <p:sldLayoutId id="2147483657" r:id="rId2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36" userDrawn="1">
          <p15:clr>
            <a:srgbClr val="5ACBF0"/>
          </p15:clr>
        </p15:guide>
        <p15:guide id="2" pos="2568" userDrawn="1">
          <p15:clr>
            <a:srgbClr val="5ACBF0"/>
          </p15:clr>
        </p15:guide>
        <p15:guide id="3" pos="5760" userDrawn="1">
          <p15:clr>
            <a:srgbClr val="F26B43"/>
          </p15:clr>
        </p15:guide>
        <p15:guide id="4" pos="1920" userDrawn="1">
          <p15:clr>
            <a:srgbClr val="F26B43"/>
          </p15:clr>
        </p15:guide>
        <p15:guide id="5" pos="3840" userDrawn="1">
          <p15:clr>
            <a:srgbClr val="F26B43"/>
          </p15:clr>
        </p15:guide>
        <p15:guide id="6" pos="576" userDrawn="1">
          <p15:clr>
            <a:srgbClr val="000000"/>
          </p15:clr>
        </p15:guide>
        <p15:guide id="7" pos="7104" userDrawn="1">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6.xml"/><Relationship Id="rId5" Type="http://schemas.openxmlformats.org/officeDocument/2006/relationships/hyperlink" Target="https://github.com/rofaure/Week4--Rental-Datawarehouse-Room4/" TargetMode="Externa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photo of bridge and cables">
            <a:extLst>
              <a:ext uri="{FF2B5EF4-FFF2-40B4-BE49-F238E27FC236}">
                <a16:creationId xmlns:a16="http://schemas.microsoft.com/office/drawing/2014/main" id="{96D6DE01-D902-4482-9C44-25411826C9AE}"/>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a:ext>
            </a:extLst>
          </a:blip>
          <a:srcRect/>
          <a:stretch/>
        </p:blipFill>
        <p:spPr>
          <a:xfrm>
            <a:off x="1524" y="0"/>
            <a:ext cx="12188952" cy="6858000"/>
          </a:xfrm>
        </p:spPr>
      </p:pic>
      <p:sp>
        <p:nvSpPr>
          <p:cNvPr id="7" name="Title 6">
            <a:extLst>
              <a:ext uri="{FF2B5EF4-FFF2-40B4-BE49-F238E27FC236}">
                <a16:creationId xmlns:a16="http://schemas.microsoft.com/office/drawing/2014/main" id="{9C522CE7-8601-4799-A188-72F4C128D33A}"/>
              </a:ext>
            </a:extLst>
          </p:cNvPr>
          <p:cNvSpPr>
            <a:spLocks noGrp="1"/>
          </p:cNvSpPr>
          <p:nvPr>
            <p:ph type="ctrTitle"/>
          </p:nvPr>
        </p:nvSpPr>
        <p:spPr>
          <a:xfrm>
            <a:off x="838200" y="4636008"/>
            <a:ext cx="9144000" cy="1107959"/>
          </a:xfrm>
        </p:spPr>
        <p:txBody>
          <a:bodyPr anchor="b"/>
          <a:lstStyle/>
          <a:p>
            <a:r>
              <a:rPr lang="en-US"/>
              <a:t>Week 4 Mini-Project</a:t>
            </a:r>
          </a:p>
        </p:txBody>
      </p:sp>
      <p:sp>
        <p:nvSpPr>
          <p:cNvPr id="5" name="Text Placeholder 4">
            <a:extLst>
              <a:ext uri="{FF2B5EF4-FFF2-40B4-BE49-F238E27FC236}">
                <a16:creationId xmlns:a16="http://schemas.microsoft.com/office/drawing/2014/main" id="{3B95A575-4944-44FE-8343-886F3F62894C}"/>
              </a:ext>
            </a:extLst>
          </p:cNvPr>
          <p:cNvSpPr>
            <a:spLocks noGrp="1"/>
          </p:cNvSpPr>
          <p:nvPr>
            <p:ph type="body" sz="quarter" idx="13"/>
          </p:nvPr>
        </p:nvSpPr>
        <p:spPr>
          <a:xfrm>
            <a:off x="841248" y="5742432"/>
            <a:ext cx="7953375" cy="457200"/>
          </a:xfrm>
        </p:spPr>
        <p:txBody>
          <a:bodyPr/>
          <a:lstStyle/>
          <a:p>
            <a:r>
              <a:rPr lang="en-US" sz="2000">
                <a:latin typeface="Selawik" panose="020B0502040204020203" pitchFamily="34" charset="0"/>
              </a:rPr>
              <a:t>Team 4</a:t>
            </a:r>
          </a:p>
          <a:p>
            <a:r>
              <a:rPr lang="en-US">
                <a:latin typeface="Selawik" panose="020B0502040204020203" pitchFamily="34" charset="0"/>
              </a:rPr>
              <a:t>Maksim </a:t>
            </a:r>
            <a:r>
              <a:rPr lang="en-US" err="1">
                <a:latin typeface="Selawik" panose="020B0502040204020203" pitchFamily="34" charset="0"/>
              </a:rPr>
              <a:t>Akkonen</a:t>
            </a:r>
            <a:r>
              <a:rPr lang="en-US">
                <a:latin typeface="Selawik" panose="020B0502040204020203" pitchFamily="34" charset="0"/>
              </a:rPr>
              <a:t>, Mohamed Bakhiet, Robin Faure, Markus Jakonen</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photo of coins on a table&#10;">
            <a:extLst>
              <a:ext uri="{FF2B5EF4-FFF2-40B4-BE49-F238E27FC236}">
                <a16:creationId xmlns:a16="http://schemas.microsoft.com/office/drawing/2014/main" id="{A78432FC-7702-44D2-9799-5CC8D3D0C06C}"/>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1588" y="0"/>
            <a:ext cx="12188825" cy="6858000"/>
          </a:xfrm>
        </p:spPr>
      </p:pic>
      <p:sp>
        <p:nvSpPr>
          <p:cNvPr id="2" name="Title 1">
            <a:extLst>
              <a:ext uri="{FF2B5EF4-FFF2-40B4-BE49-F238E27FC236}">
                <a16:creationId xmlns:a16="http://schemas.microsoft.com/office/drawing/2014/main" id="{7291CFAB-A735-4A31-A51D-42FE1F5E94E0}"/>
              </a:ext>
            </a:extLst>
          </p:cNvPr>
          <p:cNvSpPr>
            <a:spLocks noGrp="1"/>
          </p:cNvSpPr>
          <p:nvPr>
            <p:ph type="title"/>
          </p:nvPr>
        </p:nvSpPr>
        <p:spPr>
          <a:xfrm>
            <a:off x="841248" y="858957"/>
            <a:ext cx="4032504" cy="1325563"/>
          </a:xfrm>
        </p:spPr>
        <p:txBody>
          <a:bodyPr/>
          <a:lstStyle/>
          <a:p>
            <a:r>
              <a:rPr lang="en-US" b="1"/>
              <a:t>E-Rental Business Case</a:t>
            </a:r>
          </a:p>
        </p:txBody>
      </p:sp>
      <p:sp>
        <p:nvSpPr>
          <p:cNvPr id="45" name="Slide Number Placeholder 44">
            <a:extLst>
              <a:ext uri="{FF2B5EF4-FFF2-40B4-BE49-F238E27FC236}">
                <a16:creationId xmlns:a16="http://schemas.microsoft.com/office/drawing/2014/main" id="{839DF259-1923-4D25-955A-2AFFAE8BDE48}"/>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000" b="0" i="0" u="none" strike="noStrike" kern="1200" cap="none" spc="0" normalizeH="0" baseline="0" noProof="0" smtClean="0">
                <a:ln>
                  <a:noFill/>
                </a:ln>
                <a:solidFill>
                  <a:prstClr val="white"/>
                </a:solidFill>
                <a:effectLst/>
                <a:uLnTx/>
                <a:uFillTx/>
                <a:latin typeface="Source Sans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1" name="TextBox 30">
            <a:extLst>
              <a:ext uri="{FF2B5EF4-FFF2-40B4-BE49-F238E27FC236}">
                <a16:creationId xmlns:a16="http://schemas.microsoft.com/office/drawing/2014/main" id="{C9116507-1199-CD4D-24B1-2E0118253264}"/>
              </a:ext>
            </a:extLst>
          </p:cNvPr>
          <p:cNvSpPr txBox="1"/>
          <p:nvPr/>
        </p:nvSpPr>
        <p:spPr>
          <a:xfrm>
            <a:off x="5520526" y="858957"/>
            <a:ext cx="6023113" cy="5355312"/>
          </a:xfrm>
          <a:prstGeom prst="rect">
            <a:avLst/>
          </a:prstGeom>
          <a:solidFill>
            <a:schemeClr val="bg2">
              <a:lumMod val="10000"/>
              <a:alpha val="54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lawik Semibold" panose="020B0702040204020203" pitchFamily="34" charset="0"/>
              </a:rPr>
              <a:t>Company Overview</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white"/>
              </a:solidFill>
              <a:effectLst/>
              <a:uLnTx/>
              <a:uFillTx/>
              <a:latin typeface="Selawik"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Selawik" panose="020B0502040204020203" pitchFamily="34" charset="0"/>
              </a:rPr>
              <a:t>E-Rental is a regional micro-mobility rental company that provides environmentally friendly transportation solutions through a fleet of e-scooters, e-bikes, and kickboards.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lawik"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Selawik" panose="020B0502040204020203" pitchFamily="34" charset="0"/>
              </a:rPr>
              <a:t>The company operates a network of staffed rental stores and unmanned self-service rental stations across Finland, Sweden, Germany, and Switzerland, providing customers with convenient short-term access to e-scooters, e-bikes, and kickboards for commuting, tourism, and recreational use.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lawik"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Selawik" panose="020B0502040204020203" pitchFamily="34" charset="0"/>
              </a:rPr>
              <a:t>Following strong customer adoption and profitable operations during its first two years, E-Rental is preparing for expansion into several new European markets. As the business grows, management requires greater visibility into operational performance, customer behavior, asset utilization, and maintenance costs.</a:t>
            </a:r>
          </a:p>
        </p:txBody>
      </p:sp>
    </p:spTree>
    <p:extLst>
      <p:ext uri="{BB962C8B-B14F-4D97-AF65-F5344CB8AC3E}">
        <p14:creationId xmlns:p14="http://schemas.microsoft.com/office/powerpoint/2010/main" val="1234088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C1CEB-E26C-8951-C82F-091AA92EA166}"/>
            </a:ext>
          </a:extLst>
        </p:cNvPr>
        <p:cNvGrpSpPr/>
        <p:nvPr/>
      </p:nvGrpSpPr>
      <p:grpSpPr>
        <a:xfrm>
          <a:off x="0" y="0"/>
          <a:ext cx="0" cy="0"/>
          <a:chOff x="0" y="0"/>
          <a:chExt cx="0" cy="0"/>
        </a:xfrm>
      </p:grpSpPr>
      <p:pic>
        <p:nvPicPr>
          <p:cNvPr id="12" name="Picture Placeholder 11" descr="image of bar graph">
            <a:extLst>
              <a:ext uri="{FF2B5EF4-FFF2-40B4-BE49-F238E27FC236}">
                <a16:creationId xmlns:a16="http://schemas.microsoft.com/office/drawing/2014/main" id="{B5C17A55-7F2B-6EB8-9913-C10468D8FC68}"/>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3048" y="0"/>
            <a:ext cx="12188952" cy="6858000"/>
          </a:xfrm>
        </p:spPr>
      </p:pic>
      <p:sp>
        <p:nvSpPr>
          <p:cNvPr id="4" name="Title 3">
            <a:extLst>
              <a:ext uri="{FF2B5EF4-FFF2-40B4-BE49-F238E27FC236}">
                <a16:creationId xmlns:a16="http://schemas.microsoft.com/office/drawing/2014/main" id="{7BDB2758-77D5-FE96-07D1-FE949CEB49C2}"/>
              </a:ext>
            </a:extLst>
          </p:cNvPr>
          <p:cNvSpPr>
            <a:spLocks noGrp="1"/>
          </p:cNvSpPr>
          <p:nvPr>
            <p:ph type="title"/>
          </p:nvPr>
        </p:nvSpPr>
        <p:spPr>
          <a:xfrm>
            <a:off x="6664865" y="75958"/>
            <a:ext cx="5473759" cy="1251397"/>
          </a:xfrm>
        </p:spPr>
        <p:txBody>
          <a:bodyPr>
            <a:normAutofit/>
          </a:bodyPr>
          <a:lstStyle/>
          <a:p>
            <a:r>
              <a:rPr lang="en-US" sz="3600"/>
              <a:t>Operational Database Model</a:t>
            </a:r>
          </a:p>
        </p:txBody>
      </p:sp>
      <p:sp>
        <p:nvSpPr>
          <p:cNvPr id="5" name="Text Placeholder 4">
            <a:extLst>
              <a:ext uri="{FF2B5EF4-FFF2-40B4-BE49-F238E27FC236}">
                <a16:creationId xmlns:a16="http://schemas.microsoft.com/office/drawing/2014/main" id="{5221C439-9557-7A7F-E247-9098B9D42DF7}"/>
              </a:ext>
            </a:extLst>
          </p:cNvPr>
          <p:cNvSpPr>
            <a:spLocks noGrp="1"/>
          </p:cNvSpPr>
          <p:nvPr>
            <p:ph type="body" sz="quarter" idx="25"/>
          </p:nvPr>
        </p:nvSpPr>
        <p:spPr>
          <a:xfrm>
            <a:off x="6548283" y="1327355"/>
            <a:ext cx="5541181" cy="5454687"/>
          </a:xfrm>
        </p:spPr>
        <p:txBody>
          <a:bodyPr/>
          <a:lstStyle/>
          <a:p>
            <a:endParaRPr lang="en-ZA"/>
          </a:p>
        </p:txBody>
      </p:sp>
      <p:sp>
        <p:nvSpPr>
          <p:cNvPr id="2" name="Content Placeholder 1">
            <a:extLst>
              <a:ext uri="{FF2B5EF4-FFF2-40B4-BE49-F238E27FC236}">
                <a16:creationId xmlns:a16="http://schemas.microsoft.com/office/drawing/2014/main" id="{4C82CF39-7C5C-1D67-BF8C-C81722654A41}"/>
              </a:ext>
            </a:extLst>
          </p:cNvPr>
          <p:cNvSpPr>
            <a:spLocks noGrp="1"/>
          </p:cNvSpPr>
          <p:nvPr>
            <p:ph sz="quarter" idx="4"/>
          </p:nvPr>
        </p:nvSpPr>
        <p:spPr>
          <a:xfrm>
            <a:off x="6704195" y="6417989"/>
            <a:ext cx="5167553" cy="345204"/>
          </a:xfrm>
        </p:spPr>
        <p:txBody>
          <a:bodyPr>
            <a:normAutofit/>
          </a:bodyPr>
          <a:lstStyle/>
          <a:p>
            <a:r>
              <a:rPr lang="en-ZA" sz="1000" noProof="1">
                <a:latin typeface="Selawik" panose="020B0502040204020203" pitchFamily="34" charset="0"/>
              </a:rPr>
              <a:t>The full documentation is on GitHub, in README.md files.</a:t>
            </a:r>
          </a:p>
        </p:txBody>
      </p:sp>
      <p:sp>
        <p:nvSpPr>
          <p:cNvPr id="24" name="Slide Number Placeholder 23">
            <a:extLst>
              <a:ext uri="{FF2B5EF4-FFF2-40B4-BE49-F238E27FC236}">
                <a16:creationId xmlns:a16="http://schemas.microsoft.com/office/drawing/2014/main" id="{0307BC2F-C7CA-30DF-F9C9-6F901A46405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3</a:t>
            </a:fld>
            <a:endParaRPr lang="en-US"/>
          </a:p>
        </p:txBody>
      </p:sp>
      <p:pic>
        <p:nvPicPr>
          <p:cNvPr id="9" name="Content Placeholder 8">
            <a:extLst>
              <a:ext uri="{FF2B5EF4-FFF2-40B4-BE49-F238E27FC236}">
                <a16:creationId xmlns:a16="http://schemas.microsoft.com/office/drawing/2014/main" id="{E2480115-159C-A21E-FB91-52311C548A02}"/>
              </a:ext>
            </a:extLst>
          </p:cNvPr>
          <p:cNvPicPr>
            <a:picLocks noGrp="1" noChangeAspect="1"/>
          </p:cNvPicPr>
          <p:nvPr>
            <p:ph sz="half" idx="2"/>
          </p:nvPr>
        </p:nvPicPr>
        <p:blipFill>
          <a:blip r:embed="rId4"/>
          <a:stretch>
            <a:fillRect/>
          </a:stretch>
        </p:blipFill>
        <p:spPr>
          <a:xfrm>
            <a:off x="0" y="0"/>
            <a:ext cx="6447152" cy="6859135"/>
          </a:xfrm>
          <a:prstGeom prst="rect">
            <a:avLst/>
          </a:prstGeom>
        </p:spPr>
      </p:pic>
      <p:graphicFrame>
        <p:nvGraphicFramePr>
          <p:cNvPr id="14" name="Table 13">
            <a:extLst>
              <a:ext uri="{FF2B5EF4-FFF2-40B4-BE49-F238E27FC236}">
                <a16:creationId xmlns:a16="http://schemas.microsoft.com/office/drawing/2014/main" id="{6A9C2D03-9902-02EF-FA88-C768DC26D78B}"/>
              </a:ext>
            </a:extLst>
          </p:cNvPr>
          <p:cNvGraphicFramePr>
            <a:graphicFrameLocks noGrp="1"/>
          </p:cNvGraphicFramePr>
          <p:nvPr>
            <p:extLst>
              <p:ext uri="{D42A27DB-BD31-4B8C-83A1-F6EECF244321}">
                <p14:modId xmlns:p14="http://schemas.microsoft.com/office/powerpoint/2010/main" val="818004842"/>
              </p:ext>
            </p:extLst>
          </p:nvPr>
        </p:nvGraphicFramePr>
        <p:xfrm>
          <a:off x="6767403" y="1470625"/>
          <a:ext cx="5104345" cy="4993739"/>
        </p:xfrm>
        <a:graphic>
          <a:graphicData uri="http://schemas.openxmlformats.org/drawingml/2006/table">
            <a:tbl>
              <a:tblPr firstRow="1" bandRow="1">
                <a:tableStyleId>{5C22544A-7EE6-4342-B048-85BDC9FD1C3A}</a:tableStyleId>
              </a:tblPr>
              <a:tblGrid>
                <a:gridCol w="2240500">
                  <a:extLst>
                    <a:ext uri="{9D8B030D-6E8A-4147-A177-3AD203B41FA5}">
                      <a16:colId xmlns:a16="http://schemas.microsoft.com/office/drawing/2014/main" val="2366343176"/>
                    </a:ext>
                  </a:extLst>
                </a:gridCol>
                <a:gridCol w="2863845">
                  <a:extLst>
                    <a:ext uri="{9D8B030D-6E8A-4147-A177-3AD203B41FA5}">
                      <a16:colId xmlns:a16="http://schemas.microsoft.com/office/drawing/2014/main" val="2727997642"/>
                    </a:ext>
                  </a:extLst>
                </a:gridCol>
              </a:tblGrid>
              <a:tr h="293915">
                <a:tc>
                  <a:txBody>
                    <a:bodyPr/>
                    <a:lstStyle/>
                    <a:p>
                      <a:r>
                        <a:rPr lang="fi-FI" sz="1200">
                          <a:latin typeface="Selawik" panose="020B0502040204020203" pitchFamily="34" charset="0"/>
                        </a:rPr>
                        <a:t>Relationship</a:t>
                      </a:r>
                      <a:endParaRPr lang="en-FI" sz="1200">
                        <a:latin typeface="Selawik" panose="020B0502040204020203" pitchFamily="34" charset="0"/>
                      </a:endParaRPr>
                    </a:p>
                  </a:txBody>
                  <a:tcPr>
                    <a:solidFill>
                      <a:srgbClr val="0388A6"/>
                    </a:solidFill>
                  </a:tcPr>
                </a:tc>
                <a:tc>
                  <a:txBody>
                    <a:bodyPr/>
                    <a:lstStyle/>
                    <a:p>
                      <a:r>
                        <a:rPr lang="fi-FI" sz="1200">
                          <a:latin typeface="Selawik" panose="020B0502040204020203" pitchFamily="34" charset="0"/>
                        </a:rPr>
                        <a:t>Description</a:t>
                      </a:r>
                      <a:endParaRPr lang="en-FI" sz="1200">
                        <a:latin typeface="Selawik" panose="020B0502040204020203" pitchFamily="34" charset="0"/>
                      </a:endParaRPr>
                    </a:p>
                  </a:txBody>
                  <a:tcPr>
                    <a:solidFill>
                      <a:srgbClr val="0388A6"/>
                    </a:solidFill>
                  </a:tcPr>
                </a:tc>
                <a:extLst>
                  <a:ext uri="{0D108BD9-81ED-4DB2-BD59-A6C34878D82A}">
                    <a16:rowId xmlns:a16="http://schemas.microsoft.com/office/drawing/2014/main" val="3180057158"/>
                  </a:ext>
                </a:extLst>
              </a:tr>
              <a:tr h="565422">
                <a:tc>
                  <a:txBody>
                    <a:bodyPr/>
                    <a:lstStyle/>
                    <a:p>
                      <a:r>
                        <a:rPr lang="en-FI" sz="1000" b="0" i="0" kern="1200">
                          <a:solidFill>
                            <a:schemeClr val="dk1"/>
                          </a:solidFill>
                          <a:effectLst/>
                          <a:latin typeface="Selawik" panose="020B0502040204020203" pitchFamily="34" charset="0"/>
                          <a:ea typeface="+mn-ea"/>
                          <a:cs typeface="+mn-cs"/>
                        </a:rPr>
                        <a:t>Employee</a:t>
                      </a:r>
                      <a:r>
                        <a:rPr lang="fi-FI" sz="1000" b="0" i="0" kern="1200">
                          <a:solidFill>
                            <a:schemeClr val="dk1"/>
                          </a:solidFill>
                          <a:effectLst/>
                          <a:latin typeface="Selawik" panose="020B0502040204020203" pitchFamily="34" charset="0"/>
                          <a:ea typeface="+mn-ea"/>
                          <a:cs typeface="+mn-cs"/>
                        </a:rPr>
                        <a:t> </a:t>
                      </a:r>
                      <a:r>
                        <a:rPr lang="fi-FI" sz="1000" b="0" i="0" kern="1200">
                          <a:solidFill>
                            <a:schemeClr val="dk1"/>
                          </a:solidFill>
                          <a:effectLst/>
                          <a:latin typeface="Selawik" panose="020B0502040204020203" pitchFamily="34" charset="0"/>
                          <a:ea typeface="+mn-ea"/>
                          <a:cs typeface="+mn-cs"/>
                          <a:sym typeface="Wingdings" panose="05000000000000000000" pitchFamily="2" charset="2"/>
                        </a:rPr>
                        <a:t></a:t>
                      </a:r>
                      <a:r>
                        <a:rPr lang="en-FI" sz="1000" b="0" i="0" kern="1200">
                          <a:solidFill>
                            <a:schemeClr val="dk1"/>
                          </a:solidFill>
                          <a:effectLst/>
                          <a:latin typeface="Selawik" panose="020B0502040204020203" pitchFamily="34" charset="0"/>
                          <a:ea typeface="+mn-ea"/>
                          <a:cs typeface="+mn-cs"/>
                        </a:rPr>
                        <a:t> RentalLocation</a:t>
                      </a:r>
                      <a:endParaRPr lang="en-FI" sz="1000">
                        <a:latin typeface="Selawik" panose="020B0502040204020203" pitchFamily="34" charset="0"/>
                      </a:endParaRPr>
                    </a:p>
                  </a:txBody>
                  <a:tcPr/>
                </a:tc>
                <a:tc>
                  <a:txBody>
                    <a:bodyPr/>
                    <a:lstStyle/>
                    <a:p>
                      <a:r>
                        <a:rPr lang="en-FI" sz="1000" b="0" i="0" kern="1200">
                          <a:solidFill>
                            <a:schemeClr val="dk1"/>
                          </a:solidFill>
                          <a:effectLst/>
                          <a:latin typeface="Selawik" panose="020B0502040204020203" pitchFamily="34" charset="0"/>
                          <a:ea typeface="+mn-ea"/>
                          <a:cs typeface="+mn-cs"/>
                        </a:rPr>
                        <a:t>One employee can be responsible for multiple rental locations. Each location references one employee.</a:t>
                      </a:r>
                      <a:endParaRPr lang="en-FI" sz="1000">
                        <a:latin typeface="Selawik" panose="020B0502040204020203" pitchFamily="34" charset="0"/>
                      </a:endParaRPr>
                    </a:p>
                  </a:txBody>
                  <a:tcPr/>
                </a:tc>
                <a:extLst>
                  <a:ext uri="{0D108BD9-81ED-4DB2-BD59-A6C34878D82A}">
                    <a16:rowId xmlns:a16="http://schemas.microsoft.com/office/drawing/2014/main" val="280775910"/>
                  </a:ext>
                </a:extLst>
              </a:tr>
              <a:tr h="424544">
                <a:tc>
                  <a:txBody>
                    <a:bodyPr/>
                    <a:lstStyle/>
                    <a:p>
                      <a:r>
                        <a:rPr lang="en-FI" sz="1000" b="0" i="0" kern="1200">
                          <a:solidFill>
                            <a:schemeClr val="dk1"/>
                          </a:solidFill>
                          <a:effectLst/>
                          <a:latin typeface="Selawik" panose="020B0502040204020203" pitchFamily="34" charset="0"/>
                          <a:ea typeface="+mn-ea"/>
                          <a:cs typeface="+mn-cs"/>
                        </a:rPr>
                        <a:t>Customer </a:t>
                      </a:r>
                      <a:r>
                        <a:rPr lang="fi-FI" sz="1000" b="0" i="0" kern="1200">
                          <a:solidFill>
                            <a:schemeClr val="dk1"/>
                          </a:solidFill>
                          <a:effectLst/>
                          <a:latin typeface="Selawik" panose="020B0502040204020203" pitchFamily="34" charset="0"/>
                          <a:ea typeface="+mn-ea"/>
                          <a:cs typeface="+mn-cs"/>
                          <a:sym typeface="Wingdings" panose="05000000000000000000" pitchFamily="2" charset="2"/>
                        </a:rPr>
                        <a:t></a:t>
                      </a:r>
                      <a:r>
                        <a:rPr lang="en-FI" sz="1000" b="0" i="0" kern="1200">
                          <a:solidFill>
                            <a:schemeClr val="dk1"/>
                          </a:solidFill>
                          <a:effectLst/>
                          <a:latin typeface="Selawik" panose="020B0502040204020203" pitchFamily="34" charset="0"/>
                          <a:ea typeface="+mn-ea"/>
                          <a:cs typeface="+mn-cs"/>
                        </a:rPr>
                        <a:t> RentalTransaction</a:t>
                      </a:r>
                      <a:endParaRPr lang="en-FI" sz="1000">
                        <a:latin typeface="Selawik" panose="020B0502040204020203" pitchFamily="34" charset="0"/>
                      </a:endParaRPr>
                    </a:p>
                  </a:txBody>
                  <a:tcPr/>
                </a:tc>
                <a:tc>
                  <a:txBody>
                    <a:bodyPr/>
                    <a:lstStyle/>
                    <a:p>
                      <a:r>
                        <a:rPr lang="en-FI" sz="1000" b="0" i="0" kern="1200">
                          <a:solidFill>
                            <a:schemeClr val="dk1"/>
                          </a:solidFill>
                          <a:effectLst/>
                          <a:latin typeface="Selawik" panose="020B0502040204020203" pitchFamily="34" charset="0"/>
                          <a:ea typeface="+mn-ea"/>
                          <a:cs typeface="+mn-cs"/>
                        </a:rPr>
                        <a:t>One customer can have many rental transactions. Each transaction belongs to one customer.</a:t>
                      </a:r>
                      <a:endParaRPr lang="en-FI" sz="1000">
                        <a:latin typeface="Selawik" panose="020B0502040204020203" pitchFamily="34" charset="0"/>
                      </a:endParaRPr>
                    </a:p>
                  </a:txBody>
                  <a:tcPr/>
                </a:tc>
                <a:extLst>
                  <a:ext uri="{0D108BD9-81ED-4DB2-BD59-A6C34878D82A}">
                    <a16:rowId xmlns:a16="http://schemas.microsoft.com/office/drawing/2014/main" val="104739657"/>
                  </a:ext>
                </a:extLst>
              </a:tr>
              <a:tr h="587830">
                <a:tc>
                  <a:txBody>
                    <a:bodyPr/>
                    <a:lstStyle/>
                    <a:p>
                      <a:r>
                        <a:rPr lang="en-FI" sz="1000" b="0" i="0" kern="1200">
                          <a:solidFill>
                            <a:schemeClr val="dk1"/>
                          </a:solidFill>
                          <a:effectLst/>
                          <a:latin typeface="Selawik" panose="020B0502040204020203" pitchFamily="34" charset="0"/>
                          <a:ea typeface="+mn-ea"/>
                          <a:cs typeface="+mn-cs"/>
                        </a:rPr>
                        <a:t>RentalLocation </a:t>
                      </a:r>
                      <a:r>
                        <a:rPr lang="fi-FI" sz="1000" b="0" i="0" kern="1200">
                          <a:solidFill>
                            <a:schemeClr val="dk1"/>
                          </a:solidFill>
                          <a:effectLst/>
                          <a:latin typeface="Selawik" panose="020B0502040204020203" pitchFamily="34" charset="0"/>
                          <a:ea typeface="+mn-ea"/>
                          <a:cs typeface="+mn-cs"/>
                          <a:sym typeface="Wingdings" panose="05000000000000000000" pitchFamily="2" charset="2"/>
                        </a:rPr>
                        <a:t></a:t>
                      </a:r>
                    </a:p>
                    <a:p>
                      <a:r>
                        <a:rPr lang="en-FI" sz="1000" b="0" i="0" kern="1200">
                          <a:solidFill>
                            <a:schemeClr val="dk1"/>
                          </a:solidFill>
                          <a:effectLst/>
                          <a:latin typeface="Selawik" panose="020B0502040204020203" pitchFamily="34" charset="0"/>
                          <a:ea typeface="+mn-ea"/>
                          <a:cs typeface="+mn-cs"/>
                        </a:rPr>
                        <a:t>RentalTransaction.pickup_location_id</a:t>
                      </a:r>
                      <a:endParaRPr lang="en-FI" sz="1000">
                        <a:latin typeface="Selawik" panose="020B0502040204020203" pitchFamily="34" charset="0"/>
                      </a:endParaRPr>
                    </a:p>
                  </a:txBody>
                  <a:tcPr/>
                </a:tc>
                <a:tc>
                  <a:txBody>
                    <a:bodyPr/>
                    <a:lstStyle/>
                    <a:p>
                      <a:r>
                        <a:rPr lang="en-US" sz="1000">
                          <a:latin typeface="Selawik" panose="020B0502040204020203" pitchFamily="34" charset="0"/>
                        </a:rPr>
                        <a:t>One location can be used as the pickup location for many transactions. Each transaction has one pickup location.</a:t>
                      </a:r>
                      <a:endParaRPr lang="en-FI" sz="1000">
                        <a:latin typeface="Selawik" panose="020B0502040204020203" pitchFamily="34" charset="0"/>
                      </a:endParaRPr>
                    </a:p>
                  </a:txBody>
                  <a:tcPr/>
                </a:tc>
                <a:extLst>
                  <a:ext uri="{0D108BD9-81ED-4DB2-BD59-A6C34878D82A}">
                    <a16:rowId xmlns:a16="http://schemas.microsoft.com/office/drawing/2014/main" val="466909303"/>
                  </a:ext>
                </a:extLst>
              </a:tr>
              <a:tr h="587830">
                <a:tc>
                  <a:txBody>
                    <a:bodyPr/>
                    <a:lstStyle/>
                    <a:p>
                      <a:r>
                        <a:rPr lang="en-FI" sz="1000" b="0" i="0" kern="1200">
                          <a:solidFill>
                            <a:schemeClr val="dk1"/>
                          </a:solidFill>
                          <a:effectLst/>
                          <a:latin typeface="Selawik" panose="020B0502040204020203" pitchFamily="34" charset="0"/>
                          <a:ea typeface="+mn-ea"/>
                          <a:cs typeface="+mn-cs"/>
                        </a:rPr>
                        <a:t>RentalLocation </a:t>
                      </a:r>
                      <a:r>
                        <a:rPr lang="fi-FI" sz="1000" b="0" i="0" kern="1200">
                          <a:solidFill>
                            <a:schemeClr val="dk1"/>
                          </a:solidFill>
                          <a:effectLst/>
                          <a:latin typeface="Selawik" panose="020B0502040204020203" pitchFamily="34" charset="0"/>
                          <a:ea typeface="+mn-ea"/>
                          <a:cs typeface="+mn-cs"/>
                          <a:sym typeface="Wingdings" panose="05000000000000000000" pitchFamily="2" charset="2"/>
                        </a:rPr>
                        <a:t></a:t>
                      </a:r>
                    </a:p>
                    <a:p>
                      <a:r>
                        <a:rPr lang="en-FI" sz="1000" b="0" i="0" kern="1200">
                          <a:solidFill>
                            <a:schemeClr val="dk1"/>
                          </a:solidFill>
                          <a:effectLst/>
                          <a:latin typeface="Selawik" panose="020B0502040204020203" pitchFamily="34" charset="0"/>
                          <a:ea typeface="+mn-ea"/>
                          <a:cs typeface="+mn-cs"/>
                        </a:rPr>
                        <a:t>RentalTransaction.return_location_id</a:t>
                      </a:r>
                      <a:endParaRPr lang="en-FI" sz="1000">
                        <a:latin typeface="Selawik" panose="020B0502040204020203" pitchFamily="34" charset="0"/>
                      </a:endParaRPr>
                    </a:p>
                  </a:txBody>
                  <a:tcPr/>
                </a:tc>
                <a:tc>
                  <a:txBody>
                    <a:bodyPr/>
                    <a:lstStyle/>
                    <a:p>
                      <a:r>
                        <a:rPr lang="en-US" sz="1000">
                          <a:latin typeface="Selawik" panose="020B0502040204020203" pitchFamily="34" charset="0"/>
                        </a:rPr>
                        <a:t>One location can be used as the return location for many transactions. Return location is nullable for active rentals.</a:t>
                      </a:r>
                      <a:endParaRPr lang="en-FI" sz="1000">
                        <a:latin typeface="Selawik" panose="020B0502040204020203" pitchFamily="34" charset="0"/>
                      </a:endParaRPr>
                    </a:p>
                  </a:txBody>
                  <a:tcPr/>
                </a:tc>
                <a:extLst>
                  <a:ext uri="{0D108BD9-81ED-4DB2-BD59-A6C34878D82A}">
                    <a16:rowId xmlns:a16="http://schemas.microsoft.com/office/drawing/2014/main" val="2514679676"/>
                  </a:ext>
                </a:extLst>
              </a:tr>
              <a:tr h="424544">
                <a:tc>
                  <a:txBody>
                    <a:bodyPr/>
                    <a:lstStyle/>
                    <a:p>
                      <a:r>
                        <a:rPr lang="en-FI" sz="1000" b="0" i="0" kern="1200">
                          <a:solidFill>
                            <a:schemeClr val="dk1"/>
                          </a:solidFill>
                          <a:effectLst/>
                          <a:latin typeface="Selawik" panose="020B0502040204020203" pitchFamily="34" charset="0"/>
                          <a:ea typeface="+mn-ea"/>
                          <a:cs typeface="+mn-cs"/>
                        </a:rPr>
                        <a:t>RentalTransaction </a:t>
                      </a:r>
                      <a:r>
                        <a:rPr lang="fi-FI" sz="1000" b="0" i="0" kern="1200">
                          <a:solidFill>
                            <a:schemeClr val="dk1"/>
                          </a:solidFill>
                          <a:effectLst/>
                          <a:latin typeface="Selawik" panose="020B0502040204020203" pitchFamily="34" charset="0"/>
                          <a:ea typeface="+mn-ea"/>
                          <a:cs typeface="+mn-cs"/>
                          <a:sym typeface="Wingdings" panose="05000000000000000000" pitchFamily="2" charset="2"/>
                        </a:rPr>
                        <a:t></a:t>
                      </a:r>
                    </a:p>
                    <a:p>
                      <a:r>
                        <a:rPr lang="en-FI" sz="1000" b="0" i="0" kern="1200">
                          <a:solidFill>
                            <a:schemeClr val="dk1"/>
                          </a:solidFill>
                          <a:effectLst/>
                          <a:latin typeface="Selawik" panose="020B0502040204020203" pitchFamily="34" charset="0"/>
                          <a:ea typeface="+mn-ea"/>
                          <a:cs typeface="+mn-cs"/>
                        </a:rPr>
                        <a:t>RentalTransactionLines</a:t>
                      </a:r>
                      <a:endParaRPr lang="en-FI" sz="1000">
                        <a:latin typeface="Selawik" panose="020B0502040204020203" pitchFamily="34" charset="0"/>
                      </a:endParaRPr>
                    </a:p>
                  </a:txBody>
                  <a:tcPr/>
                </a:tc>
                <a:tc>
                  <a:txBody>
                    <a:bodyPr/>
                    <a:lstStyle/>
                    <a:p>
                      <a:r>
                        <a:rPr lang="en-US" sz="1000">
                          <a:latin typeface="Selawik" panose="020B0502040204020203" pitchFamily="34" charset="0"/>
                        </a:rPr>
                        <a:t>One transaction can contain many rented items. Each transaction line belongs to one transaction.</a:t>
                      </a:r>
                      <a:endParaRPr lang="en-FI" sz="1000">
                        <a:latin typeface="Selawik" panose="020B0502040204020203" pitchFamily="34" charset="0"/>
                      </a:endParaRPr>
                    </a:p>
                  </a:txBody>
                  <a:tcPr/>
                </a:tc>
                <a:extLst>
                  <a:ext uri="{0D108BD9-81ED-4DB2-BD59-A6C34878D82A}">
                    <a16:rowId xmlns:a16="http://schemas.microsoft.com/office/drawing/2014/main" val="2299871782"/>
                  </a:ext>
                </a:extLst>
              </a:tr>
              <a:tr h="587830">
                <a:tc>
                  <a:txBody>
                    <a:bodyPr/>
                    <a:lstStyle/>
                    <a:p>
                      <a:r>
                        <a:rPr lang="en-FI" sz="1000" b="0" i="0" kern="1200">
                          <a:solidFill>
                            <a:schemeClr val="dk1"/>
                          </a:solidFill>
                          <a:effectLst/>
                          <a:latin typeface="Selawik" panose="020B0502040204020203" pitchFamily="34" charset="0"/>
                          <a:ea typeface="+mn-ea"/>
                          <a:cs typeface="+mn-cs"/>
                        </a:rPr>
                        <a:t>Item </a:t>
                      </a:r>
                      <a:r>
                        <a:rPr lang="fi-FI" sz="1000" b="0" i="0" kern="1200">
                          <a:solidFill>
                            <a:schemeClr val="dk1"/>
                          </a:solidFill>
                          <a:effectLst/>
                          <a:latin typeface="Selawik" panose="020B0502040204020203" pitchFamily="34" charset="0"/>
                          <a:ea typeface="+mn-ea"/>
                          <a:cs typeface="+mn-cs"/>
                          <a:sym typeface="Wingdings" panose="05000000000000000000" pitchFamily="2" charset="2"/>
                        </a:rPr>
                        <a:t></a:t>
                      </a:r>
                      <a:r>
                        <a:rPr lang="en-FI" sz="1000" b="0" i="0" kern="1200">
                          <a:solidFill>
                            <a:schemeClr val="dk1"/>
                          </a:solidFill>
                          <a:effectLst/>
                          <a:latin typeface="Selawik" panose="020B0502040204020203" pitchFamily="34" charset="0"/>
                          <a:ea typeface="+mn-ea"/>
                          <a:cs typeface="+mn-cs"/>
                        </a:rPr>
                        <a:t> RentalTransactionLines</a:t>
                      </a:r>
                      <a:endParaRPr lang="en-FI" sz="1000">
                        <a:latin typeface="Selawik" panose="020B0502040204020203" pitchFamily="34" charset="0"/>
                      </a:endParaRPr>
                    </a:p>
                  </a:txBody>
                  <a:tcPr/>
                </a:tc>
                <a:tc>
                  <a:txBody>
                    <a:bodyPr/>
                    <a:lstStyle/>
                    <a:p>
                      <a:r>
                        <a:rPr lang="en-US" sz="1000">
                          <a:latin typeface="Selawik" panose="020B0502040204020203" pitchFamily="34" charset="0"/>
                        </a:rPr>
                        <a:t>One item can appear in many transaction lines across its lifecycle, but should not be rented in overlapping active rentals.</a:t>
                      </a:r>
                      <a:endParaRPr lang="en-FI" sz="1000">
                        <a:latin typeface="Selawik" panose="020B0502040204020203" pitchFamily="34" charset="0"/>
                      </a:endParaRPr>
                    </a:p>
                  </a:txBody>
                  <a:tcPr/>
                </a:tc>
                <a:extLst>
                  <a:ext uri="{0D108BD9-81ED-4DB2-BD59-A6C34878D82A}">
                    <a16:rowId xmlns:a16="http://schemas.microsoft.com/office/drawing/2014/main" val="3962984947"/>
                  </a:ext>
                </a:extLst>
              </a:tr>
              <a:tr h="424544">
                <a:tc>
                  <a:txBody>
                    <a:bodyPr/>
                    <a:lstStyle/>
                    <a:p>
                      <a:r>
                        <a:rPr lang="en-FI" sz="1000" b="0" i="0" kern="1200">
                          <a:solidFill>
                            <a:schemeClr val="dk1"/>
                          </a:solidFill>
                          <a:effectLst/>
                          <a:latin typeface="Selawik" panose="020B0502040204020203" pitchFamily="34" charset="0"/>
                          <a:ea typeface="+mn-ea"/>
                          <a:cs typeface="+mn-cs"/>
                        </a:rPr>
                        <a:t>EquipmentCategory </a:t>
                      </a:r>
                      <a:r>
                        <a:rPr lang="fi-FI" sz="1000" b="0" i="0" kern="1200">
                          <a:solidFill>
                            <a:schemeClr val="dk1"/>
                          </a:solidFill>
                          <a:effectLst/>
                          <a:latin typeface="Selawik" panose="020B0502040204020203" pitchFamily="34" charset="0"/>
                          <a:ea typeface="+mn-ea"/>
                          <a:cs typeface="+mn-cs"/>
                          <a:sym typeface="Wingdings" panose="05000000000000000000" pitchFamily="2" charset="2"/>
                        </a:rPr>
                        <a:t></a:t>
                      </a:r>
                      <a:r>
                        <a:rPr lang="en-FI" sz="1000" b="0" i="0" kern="1200">
                          <a:solidFill>
                            <a:schemeClr val="dk1"/>
                          </a:solidFill>
                          <a:effectLst/>
                          <a:latin typeface="Selawik" panose="020B0502040204020203" pitchFamily="34" charset="0"/>
                          <a:ea typeface="+mn-ea"/>
                          <a:cs typeface="+mn-cs"/>
                        </a:rPr>
                        <a:t> Model</a:t>
                      </a:r>
                      <a:endParaRPr lang="en-FI" sz="1000">
                        <a:latin typeface="Selawik" panose="020B0502040204020203" pitchFamily="34" charset="0"/>
                      </a:endParaRPr>
                    </a:p>
                  </a:txBody>
                  <a:tcPr/>
                </a:tc>
                <a:tc>
                  <a:txBody>
                    <a:bodyPr/>
                    <a:lstStyle/>
                    <a:p>
                      <a:r>
                        <a:rPr lang="en-US" sz="1000">
                          <a:latin typeface="Selawik" panose="020B0502040204020203" pitchFamily="34" charset="0"/>
                        </a:rPr>
                        <a:t>One category can contain many equipment models. Each model belongs to one category.</a:t>
                      </a:r>
                      <a:endParaRPr lang="en-FI" sz="1000">
                        <a:latin typeface="Selawik" panose="020B0502040204020203" pitchFamily="34" charset="0"/>
                      </a:endParaRPr>
                    </a:p>
                  </a:txBody>
                  <a:tcPr/>
                </a:tc>
                <a:extLst>
                  <a:ext uri="{0D108BD9-81ED-4DB2-BD59-A6C34878D82A}">
                    <a16:rowId xmlns:a16="http://schemas.microsoft.com/office/drawing/2014/main" val="2596919962"/>
                  </a:ext>
                </a:extLst>
              </a:tr>
              <a:tr h="424544">
                <a:tc>
                  <a:txBody>
                    <a:bodyPr/>
                    <a:lstStyle/>
                    <a:p>
                      <a:r>
                        <a:rPr lang="en-FI" sz="1000" b="0" i="0" kern="1200">
                          <a:solidFill>
                            <a:schemeClr val="dk1"/>
                          </a:solidFill>
                          <a:effectLst/>
                          <a:latin typeface="Selawik" panose="020B0502040204020203" pitchFamily="34" charset="0"/>
                          <a:ea typeface="+mn-ea"/>
                          <a:cs typeface="+mn-cs"/>
                        </a:rPr>
                        <a:t>Model </a:t>
                      </a:r>
                      <a:r>
                        <a:rPr lang="fi-FI" sz="1000" b="0" i="0" kern="1200">
                          <a:solidFill>
                            <a:schemeClr val="dk1"/>
                          </a:solidFill>
                          <a:effectLst/>
                          <a:latin typeface="Selawik" panose="020B0502040204020203" pitchFamily="34" charset="0"/>
                          <a:ea typeface="+mn-ea"/>
                          <a:cs typeface="+mn-cs"/>
                          <a:sym typeface="Wingdings" panose="05000000000000000000" pitchFamily="2" charset="2"/>
                        </a:rPr>
                        <a:t></a:t>
                      </a:r>
                      <a:r>
                        <a:rPr lang="en-FI" sz="1000" b="0" i="0" kern="1200">
                          <a:solidFill>
                            <a:schemeClr val="dk1"/>
                          </a:solidFill>
                          <a:effectLst/>
                          <a:latin typeface="Selawik" panose="020B0502040204020203" pitchFamily="34" charset="0"/>
                          <a:ea typeface="+mn-ea"/>
                          <a:cs typeface="+mn-cs"/>
                        </a:rPr>
                        <a:t> Item</a:t>
                      </a:r>
                      <a:endParaRPr lang="en-FI" sz="1000">
                        <a:latin typeface="Selawik" panose="020B0502040204020203" pitchFamily="34" charset="0"/>
                      </a:endParaRPr>
                    </a:p>
                  </a:txBody>
                  <a:tcPr/>
                </a:tc>
                <a:tc>
                  <a:txBody>
                    <a:bodyPr/>
                    <a:lstStyle/>
                    <a:p>
                      <a:r>
                        <a:rPr lang="en-US" sz="1000">
                          <a:latin typeface="Selawik" panose="020B0502040204020203" pitchFamily="34" charset="0"/>
                        </a:rPr>
                        <a:t>One model can have many physical items. Each item belongs to one model.</a:t>
                      </a:r>
                      <a:endParaRPr lang="en-FI" sz="1000">
                        <a:latin typeface="Selawik" panose="020B0502040204020203" pitchFamily="34" charset="0"/>
                      </a:endParaRPr>
                    </a:p>
                  </a:txBody>
                  <a:tcPr/>
                </a:tc>
                <a:extLst>
                  <a:ext uri="{0D108BD9-81ED-4DB2-BD59-A6C34878D82A}">
                    <a16:rowId xmlns:a16="http://schemas.microsoft.com/office/drawing/2014/main" val="505508410"/>
                  </a:ext>
                </a:extLst>
              </a:tr>
              <a:tr h="424544">
                <a:tc>
                  <a:txBody>
                    <a:bodyPr/>
                    <a:lstStyle/>
                    <a:p>
                      <a:r>
                        <a:rPr lang="en-FI" sz="1000" b="0" i="0" kern="1200">
                          <a:solidFill>
                            <a:schemeClr val="dk1"/>
                          </a:solidFill>
                          <a:effectLst/>
                          <a:latin typeface="Selawik" panose="020B0502040204020203" pitchFamily="34" charset="0"/>
                          <a:ea typeface="+mn-ea"/>
                          <a:cs typeface="+mn-cs"/>
                        </a:rPr>
                        <a:t>Item </a:t>
                      </a:r>
                      <a:r>
                        <a:rPr lang="fi-FI" sz="1000" b="0" i="0" kern="1200">
                          <a:solidFill>
                            <a:schemeClr val="dk1"/>
                          </a:solidFill>
                          <a:effectLst/>
                          <a:latin typeface="Selawik" panose="020B0502040204020203" pitchFamily="34" charset="0"/>
                          <a:ea typeface="+mn-ea"/>
                          <a:cs typeface="+mn-cs"/>
                          <a:sym typeface="Wingdings" panose="05000000000000000000" pitchFamily="2" charset="2"/>
                        </a:rPr>
                        <a:t></a:t>
                      </a:r>
                      <a:r>
                        <a:rPr lang="en-FI" sz="1000" b="0" i="0" kern="1200">
                          <a:solidFill>
                            <a:schemeClr val="dk1"/>
                          </a:solidFill>
                          <a:effectLst/>
                          <a:latin typeface="Selawik" panose="020B0502040204020203" pitchFamily="34" charset="0"/>
                          <a:ea typeface="+mn-ea"/>
                          <a:cs typeface="+mn-cs"/>
                        </a:rPr>
                        <a:t> MaintenanceRecord</a:t>
                      </a:r>
                      <a:endParaRPr lang="en-FI" sz="1000">
                        <a:latin typeface="Selawik" panose="020B0502040204020203" pitchFamily="34" charset="0"/>
                      </a:endParaRPr>
                    </a:p>
                  </a:txBody>
                  <a:tcPr/>
                </a:tc>
                <a:tc>
                  <a:txBody>
                    <a:bodyPr/>
                    <a:lstStyle/>
                    <a:p>
                      <a:r>
                        <a:rPr lang="en-US" sz="1000">
                          <a:latin typeface="Selawik" panose="020B0502040204020203" pitchFamily="34" charset="0"/>
                        </a:rPr>
                        <a:t>One item can have many maintenance records. Each maintenance record belongs to one item.</a:t>
                      </a:r>
                      <a:endParaRPr lang="en-FI" sz="1000">
                        <a:latin typeface="Selawik" panose="020B0502040204020203" pitchFamily="34" charset="0"/>
                      </a:endParaRPr>
                    </a:p>
                  </a:txBody>
                  <a:tcPr/>
                </a:tc>
                <a:extLst>
                  <a:ext uri="{0D108BD9-81ED-4DB2-BD59-A6C34878D82A}">
                    <a16:rowId xmlns:a16="http://schemas.microsoft.com/office/drawing/2014/main" val="3500397542"/>
                  </a:ext>
                </a:extLst>
              </a:tr>
            </a:tbl>
          </a:graphicData>
        </a:graphic>
      </p:graphicFrame>
    </p:spTree>
    <p:extLst>
      <p:ext uri="{BB962C8B-B14F-4D97-AF65-F5344CB8AC3E}">
        <p14:creationId xmlns:p14="http://schemas.microsoft.com/office/powerpoint/2010/main" val="1951395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75C82-423C-0989-D822-91F8EBEA8AD4}"/>
            </a:ext>
          </a:extLst>
        </p:cNvPr>
        <p:cNvGrpSpPr/>
        <p:nvPr/>
      </p:nvGrpSpPr>
      <p:grpSpPr>
        <a:xfrm>
          <a:off x="0" y="0"/>
          <a:ext cx="0" cy="0"/>
          <a:chOff x="0" y="0"/>
          <a:chExt cx="0" cy="0"/>
        </a:xfrm>
      </p:grpSpPr>
      <p:pic>
        <p:nvPicPr>
          <p:cNvPr id="12" name="Picture Placeholder 11" descr="image of bar graph">
            <a:extLst>
              <a:ext uri="{FF2B5EF4-FFF2-40B4-BE49-F238E27FC236}">
                <a16:creationId xmlns:a16="http://schemas.microsoft.com/office/drawing/2014/main" id="{2AA3C246-A23D-CAA5-94E2-6889780BFF7D}"/>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3048" y="0"/>
            <a:ext cx="12188952" cy="6858000"/>
          </a:xfrm>
        </p:spPr>
      </p:pic>
      <p:sp>
        <p:nvSpPr>
          <p:cNvPr id="4" name="Title 3">
            <a:extLst>
              <a:ext uri="{FF2B5EF4-FFF2-40B4-BE49-F238E27FC236}">
                <a16:creationId xmlns:a16="http://schemas.microsoft.com/office/drawing/2014/main" id="{FE4AD53E-10CA-1663-D8B9-0FAC0A29FF1E}"/>
              </a:ext>
            </a:extLst>
          </p:cNvPr>
          <p:cNvSpPr>
            <a:spLocks noGrp="1"/>
          </p:cNvSpPr>
          <p:nvPr>
            <p:ph type="title"/>
          </p:nvPr>
        </p:nvSpPr>
        <p:spPr>
          <a:xfrm>
            <a:off x="126415" y="92814"/>
            <a:ext cx="2971456" cy="1331459"/>
          </a:xfrm>
        </p:spPr>
        <p:txBody>
          <a:bodyPr>
            <a:noAutofit/>
          </a:bodyPr>
          <a:lstStyle/>
          <a:p>
            <a:r>
              <a:rPr lang="en-US" sz="3600"/>
              <a:t>Data Warehouse Model</a:t>
            </a:r>
          </a:p>
        </p:txBody>
      </p:sp>
      <p:sp>
        <p:nvSpPr>
          <p:cNvPr id="5" name="Text Placeholder 4">
            <a:extLst>
              <a:ext uri="{FF2B5EF4-FFF2-40B4-BE49-F238E27FC236}">
                <a16:creationId xmlns:a16="http://schemas.microsoft.com/office/drawing/2014/main" id="{C76B8162-A8EC-005A-DA2C-AD510BD8D25D}"/>
              </a:ext>
            </a:extLst>
          </p:cNvPr>
          <p:cNvSpPr>
            <a:spLocks noGrp="1"/>
          </p:cNvSpPr>
          <p:nvPr>
            <p:ph type="body" sz="quarter" idx="25"/>
          </p:nvPr>
        </p:nvSpPr>
        <p:spPr>
          <a:xfrm>
            <a:off x="0" y="1517088"/>
            <a:ext cx="3221238" cy="5340912"/>
          </a:xfrm>
        </p:spPr>
        <p:txBody>
          <a:bodyPr/>
          <a:lstStyle/>
          <a:p>
            <a:endParaRPr lang="en-ZA"/>
          </a:p>
        </p:txBody>
      </p:sp>
      <p:sp>
        <p:nvSpPr>
          <p:cNvPr id="2" name="Content Placeholder 1">
            <a:extLst>
              <a:ext uri="{FF2B5EF4-FFF2-40B4-BE49-F238E27FC236}">
                <a16:creationId xmlns:a16="http://schemas.microsoft.com/office/drawing/2014/main" id="{594529F4-A64A-967B-8ADD-A6D5E79B3A49}"/>
              </a:ext>
            </a:extLst>
          </p:cNvPr>
          <p:cNvSpPr>
            <a:spLocks noGrp="1"/>
          </p:cNvSpPr>
          <p:nvPr>
            <p:ph sz="quarter" idx="4"/>
          </p:nvPr>
        </p:nvSpPr>
        <p:spPr>
          <a:xfrm>
            <a:off x="6704195" y="6417989"/>
            <a:ext cx="5208288" cy="345204"/>
          </a:xfrm>
        </p:spPr>
        <p:txBody>
          <a:bodyPr>
            <a:normAutofit/>
          </a:bodyPr>
          <a:lstStyle/>
          <a:p>
            <a:r>
              <a:rPr lang="en-ZA" noProof="1"/>
              <a:t>The full documentation is on GitHub, in README.md files.</a:t>
            </a:r>
          </a:p>
        </p:txBody>
      </p:sp>
      <p:sp>
        <p:nvSpPr>
          <p:cNvPr id="24" name="Slide Number Placeholder 23">
            <a:extLst>
              <a:ext uri="{FF2B5EF4-FFF2-40B4-BE49-F238E27FC236}">
                <a16:creationId xmlns:a16="http://schemas.microsoft.com/office/drawing/2014/main" id="{E9CDE8AE-3EC6-7FB3-BCC3-A2C436C3451A}"/>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4</a:t>
            </a:fld>
            <a:endParaRPr lang="en-US"/>
          </a:p>
        </p:txBody>
      </p:sp>
      <p:pic>
        <p:nvPicPr>
          <p:cNvPr id="8" name="Content Placeholder 7">
            <a:extLst>
              <a:ext uri="{FF2B5EF4-FFF2-40B4-BE49-F238E27FC236}">
                <a16:creationId xmlns:a16="http://schemas.microsoft.com/office/drawing/2014/main" id="{1EC1EF06-693A-46D0-F064-0C85099FB496}"/>
              </a:ext>
            </a:extLst>
          </p:cNvPr>
          <p:cNvPicPr>
            <a:picLocks noGrp="1" noChangeAspect="1"/>
          </p:cNvPicPr>
          <p:nvPr>
            <p:ph sz="half" idx="2"/>
          </p:nvPr>
        </p:nvPicPr>
        <p:blipFill>
          <a:blip r:embed="rId4"/>
          <a:srcRect l="1785" r="927"/>
          <a:stretch>
            <a:fillRect/>
          </a:stretch>
        </p:blipFill>
        <p:spPr>
          <a:xfrm>
            <a:off x="3221238" y="0"/>
            <a:ext cx="8954966" cy="6858000"/>
          </a:xfrm>
          <a:prstGeom prst="rect">
            <a:avLst/>
          </a:prstGeom>
        </p:spPr>
      </p:pic>
      <p:sp>
        <p:nvSpPr>
          <p:cNvPr id="10" name="Content Placeholder 1">
            <a:extLst>
              <a:ext uri="{FF2B5EF4-FFF2-40B4-BE49-F238E27FC236}">
                <a16:creationId xmlns:a16="http://schemas.microsoft.com/office/drawing/2014/main" id="{FC431919-400C-DF46-C450-2F14AF2359BA}"/>
              </a:ext>
            </a:extLst>
          </p:cNvPr>
          <p:cNvSpPr txBox="1">
            <a:spLocks/>
          </p:cNvSpPr>
          <p:nvPr/>
        </p:nvSpPr>
        <p:spPr>
          <a:xfrm>
            <a:off x="83526" y="1517086"/>
            <a:ext cx="3205442" cy="5340911"/>
          </a:xfrm>
          <a:prstGeom prst="rect">
            <a:avLst/>
          </a:prstGeom>
        </p:spPr>
        <p:txBody>
          <a:bodyPr vert="horz" lIns="91440" tIns="45720" rIns="91440" bIns="45720" rtlCol="0">
            <a:noAutofit/>
          </a:bodyPr>
          <a:lstStyle>
            <a:lvl1pPr marL="0" indent="0" algn="l" defTabSz="914400" rtl="0" eaLnBrk="1" latinLnBrk="0" hangingPunct="1">
              <a:lnSpc>
                <a:spcPts val="2000"/>
              </a:lnSpc>
              <a:spcBef>
                <a:spcPts val="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b="1" noProof="1">
                <a:latin typeface="Selawik" panose="020B0502040204020203" pitchFamily="34" charset="0"/>
              </a:rPr>
              <a:t>Fact Grain</a:t>
            </a:r>
          </a:p>
          <a:p>
            <a:r>
              <a:rPr lang="en-US" sz="1200" noProof="1">
                <a:solidFill>
                  <a:srgbClr val="CC6600"/>
                </a:solidFill>
                <a:latin typeface="Selawik" panose="020B0502040204020203" pitchFamily="34" charset="0"/>
              </a:rPr>
              <a:t>One row in FactSales = one rental transaction line = one physical item rented in one rental transaction.</a:t>
            </a:r>
          </a:p>
          <a:p>
            <a:endParaRPr lang="en-US" sz="1200" noProof="1">
              <a:solidFill>
                <a:srgbClr val="CC6600"/>
              </a:solidFill>
              <a:latin typeface="Selawik" panose="020B0502040204020203" pitchFamily="34" charset="0"/>
            </a:endParaRPr>
          </a:p>
          <a:p>
            <a:r>
              <a:rPr lang="fi-FI" err="1">
                <a:latin typeface="Selawik" panose="020B0502040204020203" pitchFamily="34" charset="0"/>
              </a:rPr>
              <a:t>Implications</a:t>
            </a:r>
            <a:r>
              <a:rPr lang="fi-FI">
                <a:latin typeface="Selawik" panose="020B0502040204020203" pitchFamily="34" charset="0"/>
              </a:rPr>
              <a:t>:</a:t>
            </a:r>
          </a:p>
          <a:p>
            <a:pPr marL="171450" indent="-171450">
              <a:lnSpc>
                <a:spcPct val="150000"/>
              </a:lnSpc>
              <a:buFont typeface="Arial" panose="020B0604020202020204" pitchFamily="34" charset="0"/>
              <a:buChar char="•"/>
            </a:pPr>
            <a:r>
              <a:rPr lang="en-US" sz="1050">
                <a:latin typeface="Selawik" panose="020B0502040204020203" pitchFamily="34" charset="0"/>
              </a:rPr>
              <a:t>A transaction with one rented item produces one fact row</a:t>
            </a:r>
            <a:endParaRPr lang="fi-FI" sz="1050">
              <a:latin typeface="Selawik" panose="020B0502040204020203" pitchFamily="34" charset="0"/>
            </a:endParaRPr>
          </a:p>
          <a:p>
            <a:pPr marL="171450" indent="-171450">
              <a:lnSpc>
                <a:spcPct val="150000"/>
              </a:lnSpc>
              <a:buFont typeface="Arial" panose="020B0604020202020204" pitchFamily="34" charset="0"/>
              <a:buChar char="•"/>
            </a:pPr>
            <a:r>
              <a:rPr lang="en-US" sz="1050">
                <a:latin typeface="Selawik" panose="020B0502040204020203" pitchFamily="34" charset="0"/>
              </a:rPr>
              <a:t>A transaction with three rented items produces three fact rows</a:t>
            </a:r>
            <a:endParaRPr lang="fi-FI" sz="1050">
              <a:latin typeface="Selawik" panose="020B0502040204020203" pitchFamily="34" charset="0"/>
            </a:endParaRPr>
          </a:p>
          <a:p>
            <a:pPr marL="171450" indent="-171450">
              <a:lnSpc>
                <a:spcPct val="150000"/>
              </a:lnSpc>
              <a:buFont typeface="Arial" panose="020B0604020202020204" pitchFamily="34" charset="0"/>
              <a:buChar char="•"/>
            </a:pPr>
            <a:r>
              <a:rPr lang="en-US" sz="1050" b="1" err="1">
                <a:latin typeface="Selawik" panose="020B0502040204020203" pitchFamily="34" charset="0"/>
              </a:rPr>
              <a:t>transaction_id</a:t>
            </a:r>
            <a:r>
              <a:rPr lang="en-US" sz="1050">
                <a:latin typeface="Selawik" panose="020B0502040204020203" pitchFamily="34" charset="0"/>
              </a:rPr>
              <a:t> can repeat in </a:t>
            </a:r>
            <a:r>
              <a:rPr lang="en-US" sz="1050" b="1" err="1">
                <a:latin typeface="Selawik" panose="020B0502040204020203" pitchFamily="34" charset="0"/>
              </a:rPr>
              <a:t>FactSales</a:t>
            </a:r>
            <a:r>
              <a:rPr lang="en-US" sz="1050">
                <a:latin typeface="Selawik" panose="020B0502040204020203" pitchFamily="34" charset="0"/>
              </a:rPr>
              <a:t> when a transaction contains multiple items</a:t>
            </a:r>
            <a:endParaRPr lang="fi-FI" sz="1050">
              <a:latin typeface="Selawik" panose="020B0502040204020203" pitchFamily="34" charset="0"/>
            </a:endParaRPr>
          </a:p>
          <a:p>
            <a:pPr marL="171450" indent="-171450">
              <a:lnSpc>
                <a:spcPct val="150000"/>
              </a:lnSpc>
              <a:buFont typeface="Arial" panose="020B0604020202020204" pitchFamily="34" charset="0"/>
              <a:buChar char="•"/>
            </a:pPr>
            <a:r>
              <a:rPr lang="en-US" sz="1050" b="1" err="1">
                <a:latin typeface="Selawik" panose="020B0502040204020203" pitchFamily="34" charset="0"/>
              </a:rPr>
              <a:t>transactionline_id</a:t>
            </a:r>
            <a:r>
              <a:rPr lang="en-US" sz="1050">
                <a:latin typeface="Selawik" panose="020B0502040204020203" pitchFamily="34" charset="0"/>
              </a:rPr>
              <a:t> identifies the individual rented item line</a:t>
            </a:r>
          </a:p>
          <a:p>
            <a:pPr marL="171450" indent="-171450">
              <a:lnSpc>
                <a:spcPct val="150000"/>
              </a:lnSpc>
              <a:buFont typeface="Arial" panose="020B0604020202020204" pitchFamily="34" charset="0"/>
              <a:buChar char="•"/>
            </a:pPr>
            <a:r>
              <a:rPr lang="en-US" sz="1050">
                <a:latin typeface="Selawik" panose="020B0502040204020203" pitchFamily="34" charset="0"/>
              </a:rPr>
              <a:t>Rented item quantity is not stored as a separate column. It is calculated by counting fact rows.</a:t>
            </a:r>
          </a:p>
          <a:p>
            <a:pPr marL="171450" indent="-171450">
              <a:lnSpc>
                <a:spcPct val="150000"/>
              </a:lnSpc>
              <a:buFont typeface="Arial" panose="020B0604020202020204" pitchFamily="34" charset="0"/>
              <a:buChar char="•"/>
            </a:pPr>
            <a:r>
              <a:rPr lang="en-US" sz="1050">
                <a:latin typeface="Selawik" panose="020B0502040204020203" pitchFamily="34" charset="0"/>
              </a:rPr>
              <a:t>Line-level rental revenue is calculated from </a:t>
            </a:r>
            <a:r>
              <a:rPr lang="en-US" sz="1050" b="1" err="1">
                <a:latin typeface="Selawik" panose="020B0502040204020203" pitchFamily="34" charset="0"/>
              </a:rPr>
              <a:t>FactSales.price</a:t>
            </a:r>
            <a:endParaRPr lang="en-US" sz="1050" b="1">
              <a:latin typeface="Selawik" panose="020B0502040204020203" pitchFamily="34" charset="0"/>
            </a:endParaRPr>
          </a:p>
          <a:p>
            <a:pPr marL="171450" indent="-171450">
              <a:lnSpc>
                <a:spcPct val="150000"/>
              </a:lnSpc>
              <a:buFont typeface="Arial" panose="020B0604020202020204" pitchFamily="34" charset="0"/>
              <a:buChar char="•"/>
            </a:pPr>
            <a:r>
              <a:rPr lang="en-US" sz="1050">
                <a:latin typeface="Selawik" panose="020B0502040204020203" pitchFamily="34" charset="0"/>
              </a:rPr>
              <a:t>Transaction-level totals must be handled carefully because </a:t>
            </a:r>
            <a:r>
              <a:rPr lang="en-US" sz="1050" b="1" err="1">
                <a:latin typeface="Selawik" panose="020B0502040204020203" pitchFamily="34" charset="0"/>
              </a:rPr>
              <a:t>total_amount</a:t>
            </a:r>
            <a:r>
              <a:rPr lang="en-US" sz="1050">
                <a:latin typeface="Selawik" panose="020B0502040204020203" pitchFamily="34" charset="0"/>
              </a:rPr>
              <a:t> is repeated on every line of a multi-item transaction</a:t>
            </a:r>
            <a:endParaRPr lang="fi-FI" sz="1050">
              <a:latin typeface="Selawik" panose="020B0502040204020203" pitchFamily="34" charset="0"/>
            </a:endParaRPr>
          </a:p>
          <a:p>
            <a:endParaRPr lang="en-ZA" noProof="1">
              <a:latin typeface="Selawik" panose="020B0502040204020203" pitchFamily="34" charset="0"/>
            </a:endParaRPr>
          </a:p>
        </p:txBody>
      </p:sp>
    </p:spTree>
    <p:extLst>
      <p:ext uri="{BB962C8B-B14F-4D97-AF65-F5344CB8AC3E}">
        <p14:creationId xmlns:p14="http://schemas.microsoft.com/office/powerpoint/2010/main" val="427813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2ADBC-9C8F-8E09-53FE-1F389B780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85FC1-EB00-2395-C511-C4167C757EB6}"/>
              </a:ext>
            </a:extLst>
          </p:cNvPr>
          <p:cNvSpPr>
            <a:spLocks noGrp="1"/>
          </p:cNvSpPr>
          <p:nvPr>
            <p:ph type="title"/>
          </p:nvPr>
        </p:nvSpPr>
        <p:spPr>
          <a:xfrm>
            <a:off x="4181062" y="418134"/>
            <a:ext cx="6991170" cy="1325563"/>
          </a:xfrm>
        </p:spPr>
        <p:txBody>
          <a:bodyPr/>
          <a:lstStyle/>
          <a:p>
            <a:r>
              <a:rPr lang="en-US" b="1"/>
              <a:t>ETL Process Overview</a:t>
            </a:r>
            <a:endParaRPr lang="en-US"/>
          </a:p>
        </p:txBody>
      </p:sp>
      <p:sp>
        <p:nvSpPr>
          <p:cNvPr id="52" name="Slide Number Placeholder 51">
            <a:extLst>
              <a:ext uri="{FF2B5EF4-FFF2-40B4-BE49-F238E27FC236}">
                <a16:creationId xmlns:a16="http://schemas.microsoft.com/office/drawing/2014/main" id="{B788F43D-433A-B7F2-B93A-545D11A3B946}"/>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5</a:t>
            </a:fld>
            <a:endParaRPr lang="en-US"/>
          </a:p>
        </p:txBody>
      </p:sp>
      <p:sp>
        <p:nvSpPr>
          <p:cNvPr id="10" name="Text Placeholder 9">
            <a:extLst>
              <a:ext uri="{FF2B5EF4-FFF2-40B4-BE49-F238E27FC236}">
                <a16:creationId xmlns:a16="http://schemas.microsoft.com/office/drawing/2014/main" id="{2D595137-A18B-6D66-AEBC-009684E1D868}"/>
              </a:ext>
            </a:extLst>
          </p:cNvPr>
          <p:cNvSpPr>
            <a:spLocks noGrp="1"/>
          </p:cNvSpPr>
          <p:nvPr>
            <p:ph type="body" sz="quarter" idx="15"/>
          </p:nvPr>
        </p:nvSpPr>
        <p:spPr>
          <a:xfrm>
            <a:off x="5763357" y="1859574"/>
            <a:ext cx="5684227" cy="4804996"/>
          </a:xfrm>
        </p:spPr>
        <p:txBody>
          <a:bodyPr>
            <a:normAutofit fontScale="85000" lnSpcReduction="10000"/>
          </a:bodyPr>
          <a:lstStyle/>
          <a:p>
            <a:r>
              <a:rPr lang="en-US">
                <a:latin typeface="Selawik" panose="020B0502040204020203" pitchFamily="34" charset="0"/>
              </a:rPr>
              <a:t>The ETL process extracts data from the </a:t>
            </a:r>
            <a:r>
              <a:rPr lang="en-US" b="1" err="1">
                <a:latin typeface="Selawik" panose="020B0502040204020203" pitchFamily="34" charset="0"/>
              </a:rPr>
              <a:t>RentalOperationsDB</a:t>
            </a:r>
            <a:r>
              <a:rPr lang="en-US">
                <a:latin typeface="Selawik" panose="020B0502040204020203" pitchFamily="34" charset="0"/>
              </a:rPr>
              <a:t>, transforms it into a dimensional model, and loads it into the </a:t>
            </a:r>
            <a:r>
              <a:rPr lang="en-US" b="1" err="1">
                <a:latin typeface="Selawik" panose="020B0502040204020203" pitchFamily="34" charset="0"/>
              </a:rPr>
              <a:t>RentalDW</a:t>
            </a:r>
            <a:r>
              <a:rPr lang="en-US">
                <a:latin typeface="Selawik" panose="020B0502040204020203" pitchFamily="34" charset="0"/>
              </a:rPr>
              <a:t> for reporting and analysis.</a:t>
            </a:r>
          </a:p>
          <a:p>
            <a:endParaRPr lang="en-US">
              <a:latin typeface="Selawik" panose="020B0502040204020203" pitchFamily="34" charset="0"/>
            </a:endParaRPr>
          </a:p>
          <a:p>
            <a:r>
              <a:rPr lang="en-US" b="1">
                <a:latin typeface="Selawik" panose="020B0502040204020203" pitchFamily="34" charset="0"/>
              </a:rPr>
              <a:t>Dimension tables</a:t>
            </a:r>
            <a:r>
              <a:rPr lang="en-US">
                <a:latin typeface="Selawik" panose="020B0502040204020203" pitchFamily="34" charset="0"/>
              </a:rPr>
              <a:t> are loaded first. Customer data is loaded into </a:t>
            </a:r>
            <a:r>
              <a:rPr lang="en-US" b="1" err="1">
                <a:latin typeface="Selawik" panose="020B0502040204020203" pitchFamily="34" charset="0"/>
              </a:rPr>
              <a:t>DimCustomer</a:t>
            </a:r>
            <a:r>
              <a:rPr lang="en-US">
                <a:latin typeface="Selawik" panose="020B0502040204020203" pitchFamily="34" charset="0"/>
              </a:rPr>
              <a:t>, location data into </a:t>
            </a:r>
            <a:r>
              <a:rPr lang="en-US" b="1" err="1">
                <a:latin typeface="Selawik" panose="020B0502040204020203" pitchFamily="34" charset="0"/>
              </a:rPr>
              <a:t>DimGeography</a:t>
            </a:r>
            <a:r>
              <a:rPr lang="en-US">
                <a:latin typeface="Selawik" panose="020B0502040204020203" pitchFamily="34" charset="0"/>
              </a:rPr>
              <a:t>, and equipment-related data from the Item, Model, </a:t>
            </a:r>
            <a:r>
              <a:rPr lang="en-US" err="1">
                <a:latin typeface="Selawik" panose="020B0502040204020203" pitchFamily="34" charset="0"/>
              </a:rPr>
              <a:t>EquipmentCategory</a:t>
            </a:r>
            <a:r>
              <a:rPr lang="en-US">
                <a:latin typeface="Selawik" panose="020B0502040204020203" pitchFamily="34" charset="0"/>
              </a:rPr>
              <a:t>, and </a:t>
            </a:r>
            <a:r>
              <a:rPr lang="en-US" err="1">
                <a:latin typeface="Selawik" panose="020B0502040204020203" pitchFamily="34" charset="0"/>
              </a:rPr>
              <a:t>MaintenanceRecord</a:t>
            </a:r>
            <a:r>
              <a:rPr lang="en-US">
                <a:latin typeface="Selawik" panose="020B0502040204020203" pitchFamily="34" charset="0"/>
              </a:rPr>
              <a:t> tables is combined into </a:t>
            </a:r>
            <a:r>
              <a:rPr lang="en-US" b="1" err="1">
                <a:latin typeface="Selawik" panose="020B0502040204020203" pitchFamily="34" charset="0"/>
              </a:rPr>
              <a:t>DimItem</a:t>
            </a:r>
            <a:r>
              <a:rPr lang="en-US">
                <a:latin typeface="Selawik" panose="020B0502040204020203" pitchFamily="34" charset="0"/>
              </a:rPr>
              <a:t>. The </a:t>
            </a:r>
            <a:r>
              <a:rPr lang="en-US" b="1" err="1">
                <a:latin typeface="Selawik" panose="020B0502040204020203" pitchFamily="34" charset="0"/>
              </a:rPr>
              <a:t>DimDate</a:t>
            </a:r>
            <a:r>
              <a:rPr lang="en-US">
                <a:latin typeface="Selawik" panose="020B0502040204020203" pitchFamily="34" charset="0"/>
              </a:rPr>
              <a:t> table is populated separately with calendar dates and time attributes.</a:t>
            </a:r>
          </a:p>
          <a:p>
            <a:endParaRPr lang="en-US">
              <a:latin typeface="Selawik" panose="020B0502040204020203" pitchFamily="34" charset="0"/>
            </a:endParaRPr>
          </a:p>
          <a:p>
            <a:r>
              <a:rPr lang="en-US">
                <a:latin typeface="Selawik" panose="020B0502040204020203" pitchFamily="34" charset="0"/>
              </a:rPr>
              <a:t>After the dimensions are populated, the </a:t>
            </a:r>
            <a:r>
              <a:rPr lang="en-US" b="1" err="1">
                <a:latin typeface="Selawik" panose="020B0502040204020203" pitchFamily="34" charset="0"/>
              </a:rPr>
              <a:t>FactSales</a:t>
            </a:r>
            <a:r>
              <a:rPr lang="en-US">
                <a:latin typeface="Selawik" panose="020B0502040204020203" pitchFamily="34" charset="0"/>
              </a:rPr>
              <a:t> table is loaded using data from the </a:t>
            </a:r>
            <a:r>
              <a:rPr lang="en-US" b="1">
                <a:latin typeface="Selawik" panose="020B0502040204020203" pitchFamily="34" charset="0"/>
              </a:rPr>
              <a:t>dimension tables</a:t>
            </a:r>
            <a:r>
              <a:rPr lang="en-US">
                <a:latin typeface="Selawik" panose="020B0502040204020203" pitchFamily="34" charset="0"/>
              </a:rPr>
              <a:t> and </a:t>
            </a:r>
            <a:r>
              <a:rPr lang="en-US" b="1" err="1">
                <a:latin typeface="Selawik" panose="020B0502040204020203" pitchFamily="34" charset="0"/>
              </a:rPr>
              <a:t>RentalTransaction</a:t>
            </a:r>
            <a:r>
              <a:rPr lang="en-US">
                <a:latin typeface="Selawik" panose="020B0502040204020203" pitchFamily="34" charset="0"/>
              </a:rPr>
              <a:t> and </a:t>
            </a:r>
            <a:r>
              <a:rPr lang="en-US" b="1" err="1">
                <a:latin typeface="Selawik" panose="020B0502040204020203" pitchFamily="34" charset="0"/>
              </a:rPr>
              <a:t>RentalTransactionLines</a:t>
            </a:r>
            <a:r>
              <a:rPr lang="en-US">
                <a:latin typeface="Selawik" panose="020B0502040204020203" pitchFamily="34" charset="0"/>
              </a:rPr>
              <a:t>. During this process, business keys are matched to dimension surrogate keys, dates are converted into date keys, and measures such as rental price and total transaction amount are loaded into the fact table.</a:t>
            </a:r>
          </a:p>
          <a:p>
            <a:endParaRPr lang="en-US">
              <a:latin typeface="Selawik" panose="020B0502040204020203" pitchFamily="34" charset="0"/>
            </a:endParaRPr>
          </a:p>
          <a:p>
            <a:r>
              <a:rPr lang="en-US">
                <a:latin typeface="Selawik" panose="020B0502040204020203" pitchFamily="34" charset="0"/>
              </a:rPr>
              <a:t>Finally, validation checks are performed to reconcile source and warehouse data, verify relationships, and ensure data quality and consistency.</a:t>
            </a:r>
          </a:p>
          <a:p>
            <a:endParaRPr lang="en-US">
              <a:latin typeface="Selawik" panose="020B0502040204020203" pitchFamily="34" charset="0"/>
            </a:endParaRPr>
          </a:p>
        </p:txBody>
      </p:sp>
      <p:pic>
        <p:nvPicPr>
          <p:cNvPr id="4" name="Picture 3">
            <a:extLst>
              <a:ext uri="{FF2B5EF4-FFF2-40B4-BE49-F238E27FC236}">
                <a16:creationId xmlns:a16="http://schemas.microsoft.com/office/drawing/2014/main" id="{86980DA8-2FFE-10D6-10EB-6BAB6C121DC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05635"/>
            <a:ext cx="5878830" cy="4952365"/>
          </a:xfrm>
          <a:prstGeom prst="rect">
            <a:avLst/>
          </a:prstGeom>
          <a:noFill/>
        </p:spPr>
      </p:pic>
    </p:spTree>
    <p:extLst>
      <p:ext uri="{BB962C8B-B14F-4D97-AF65-F5344CB8AC3E}">
        <p14:creationId xmlns:p14="http://schemas.microsoft.com/office/powerpoint/2010/main" val="123198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2ADBC-9C8F-8E09-53FE-1F389B780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85FC1-EB00-2395-C511-C4167C757EB6}"/>
              </a:ext>
            </a:extLst>
          </p:cNvPr>
          <p:cNvSpPr>
            <a:spLocks noGrp="1"/>
          </p:cNvSpPr>
          <p:nvPr>
            <p:ph type="title"/>
          </p:nvPr>
        </p:nvSpPr>
        <p:spPr>
          <a:xfrm>
            <a:off x="6155363" y="365125"/>
            <a:ext cx="5103007" cy="1325563"/>
          </a:xfrm>
        </p:spPr>
        <p:txBody>
          <a:bodyPr/>
          <a:lstStyle/>
          <a:p>
            <a:r>
              <a:rPr lang="en-US"/>
              <a:t>Validations</a:t>
            </a:r>
          </a:p>
        </p:txBody>
      </p:sp>
      <p:sp>
        <p:nvSpPr>
          <p:cNvPr id="52" name="Slide Number Placeholder 51">
            <a:extLst>
              <a:ext uri="{FF2B5EF4-FFF2-40B4-BE49-F238E27FC236}">
                <a16:creationId xmlns:a16="http://schemas.microsoft.com/office/drawing/2014/main" id="{B788F43D-433A-B7F2-B93A-545D11A3B94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000" b="0" i="0" u="none" strike="noStrike" kern="1200" cap="none" spc="0" normalizeH="0" baseline="0" noProof="0" smtClean="0">
                <a:ln>
                  <a:noFill/>
                </a:ln>
                <a:solidFill>
                  <a:prstClr val="black">
                    <a:lumMod val="65000"/>
                    <a:lumOff val="35000"/>
                  </a:prstClr>
                </a:solidFill>
                <a:effectLst/>
                <a:uLnTx/>
                <a:uFillTx/>
                <a:latin typeface="Source Sans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prstClr val="black">
                  <a:lumMod val="65000"/>
                  <a:lumOff val="35000"/>
                </a:prstClr>
              </a:solidFill>
              <a:effectLst/>
              <a:uLnTx/>
              <a:uFillTx/>
              <a:latin typeface="Source Sans Pro"/>
              <a:ea typeface="+mn-ea"/>
              <a:cs typeface="+mn-cs"/>
            </a:endParaRPr>
          </a:p>
        </p:txBody>
      </p:sp>
      <p:sp>
        <p:nvSpPr>
          <p:cNvPr id="5" name="Text Placeholder 4">
            <a:extLst>
              <a:ext uri="{FF2B5EF4-FFF2-40B4-BE49-F238E27FC236}">
                <a16:creationId xmlns:a16="http://schemas.microsoft.com/office/drawing/2014/main" id="{0F63C8D4-4790-2FC5-0DFF-30C4F1B55F25}"/>
              </a:ext>
            </a:extLst>
          </p:cNvPr>
          <p:cNvSpPr>
            <a:spLocks noGrp="1"/>
          </p:cNvSpPr>
          <p:nvPr>
            <p:ph type="body" sz="quarter" idx="14"/>
          </p:nvPr>
        </p:nvSpPr>
        <p:spPr>
          <a:xfrm>
            <a:off x="849463" y="2440719"/>
            <a:ext cx="5120640" cy="320040"/>
          </a:xfrm>
        </p:spPr>
        <p:txBody>
          <a:bodyPr/>
          <a:lstStyle/>
          <a:p>
            <a:r>
              <a:rPr lang="en-US"/>
              <a:t>Row counts from ODB and DW</a:t>
            </a:r>
          </a:p>
        </p:txBody>
      </p:sp>
      <p:pic>
        <p:nvPicPr>
          <p:cNvPr id="33" name="Picture 32">
            <a:extLst>
              <a:ext uri="{FF2B5EF4-FFF2-40B4-BE49-F238E27FC236}">
                <a16:creationId xmlns:a16="http://schemas.microsoft.com/office/drawing/2014/main" id="{1052F8C7-2865-A3AD-02EE-358281D376A6}"/>
              </a:ext>
            </a:extLst>
          </p:cNvPr>
          <p:cNvPicPr>
            <a:picLocks noChangeAspect="1"/>
          </p:cNvPicPr>
          <p:nvPr/>
        </p:nvPicPr>
        <p:blipFill>
          <a:blip r:embed="rId2"/>
          <a:stretch>
            <a:fillRect/>
          </a:stretch>
        </p:blipFill>
        <p:spPr>
          <a:xfrm>
            <a:off x="617824" y="3162044"/>
            <a:ext cx="4908334" cy="1990642"/>
          </a:xfrm>
          <a:prstGeom prst="rect">
            <a:avLst/>
          </a:prstGeom>
        </p:spPr>
      </p:pic>
      <p:pic>
        <p:nvPicPr>
          <p:cNvPr id="35" name="Picture 34">
            <a:extLst>
              <a:ext uri="{FF2B5EF4-FFF2-40B4-BE49-F238E27FC236}">
                <a16:creationId xmlns:a16="http://schemas.microsoft.com/office/drawing/2014/main" id="{1B2B11D1-66D3-E358-5588-29450783F81F}"/>
              </a:ext>
            </a:extLst>
          </p:cNvPr>
          <p:cNvPicPr>
            <a:picLocks noChangeAspect="1"/>
          </p:cNvPicPr>
          <p:nvPr/>
        </p:nvPicPr>
        <p:blipFill>
          <a:blip r:embed="rId3"/>
          <a:stretch>
            <a:fillRect/>
          </a:stretch>
        </p:blipFill>
        <p:spPr>
          <a:xfrm>
            <a:off x="6075436" y="3220637"/>
            <a:ext cx="5278364" cy="2179624"/>
          </a:xfrm>
          <a:prstGeom prst="rect">
            <a:avLst/>
          </a:prstGeom>
        </p:spPr>
      </p:pic>
      <p:sp>
        <p:nvSpPr>
          <p:cNvPr id="36" name="Text Placeholder 4">
            <a:extLst>
              <a:ext uri="{FF2B5EF4-FFF2-40B4-BE49-F238E27FC236}">
                <a16:creationId xmlns:a16="http://schemas.microsoft.com/office/drawing/2014/main" id="{B3AA8754-C275-8ACA-A11A-9C8FAEDFA74D}"/>
              </a:ext>
            </a:extLst>
          </p:cNvPr>
          <p:cNvSpPr txBox="1">
            <a:spLocks/>
          </p:cNvSpPr>
          <p:nvPr/>
        </p:nvSpPr>
        <p:spPr>
          <a:xfrm>
            <a:off x="6095999" y="2440719"/>
            <a:ext cx="5373757" cy="32004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kern="1200" cap="all" baseline="0">
                <a:solidFill>
                  <a:schemeClr val="accent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all" spc="0" normalizeH="0" baseline="0" noProof="0">
                <a:ln>
                  <a:noFill/>
                </a:ln>
                <a:solidFill>
                  <a:srgbClr val="024873"/>
                </a:solidFill>
                <a:effectLst/>
                <a:uLnTx/>
                <a:uFillTx/>
                <a:latin typeface="Selawik Semibold"/>
                <a:ea typeface="+mn-ea"/>
                <a:cs typeface="+mn-cs"/>
              </a:rPr>
              <a:t>Summary for the most important checks</a:t>
            </a:r>
          </a:p>
        </p:txBody>
      </p:sp>
    </p:spTree>
    <p:extLst>
      <p:ext uri="{BB962C8B-B14F-4D97-AF65-F5344CB8AC3E}">
        <p14:creationId xmlns:p14="http://schemas.microsoft.com/office/powerpoint/2010/main" val="1229207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B18EB3A-E902-EB9F-6F75-D9544021983D}"/>
              </a:ext>
            </a:extLst>
          </p:cNvPr>
          <p:cNvSpPr>
            <a:spLocks noGrp="1"/>
          </p:cNvSpPr>
          <p:nvPr>
            <p:ph type="dt" sz="half" idx="10"/>
          </p:nvPr>
        </p:nvSpPr>
        <p:spPr/>
        <p:txBody>
          <a:bodyPr/>
          <a:lstStyle/>
          <a:p>
            <a:r>
              <a:rPr lang="en-US"/>
              <a:t>7/14/20XX</a:t>
            </a:r>
          </a:p>
        </p:txBody>
      </p:sp>
      <p:sp>
        <p:nvSpPr>
          <p:cNvPr id="4" name="Footer Placeholder 3">
            <a:extLst>
              <a:ext uri="{FF2B5EF4-FFF2-40B4-BE49-F238E27FC236}">
                <a16:creationId xmlns:a16="http://schemas.microsoft.com/office/drawing/2014/main" id="{6B148540-31F4-900F-3ECA-BBEB6805D68D}"/>
              </a:ext>
            </a:extLst>
          </p:cNvPr>
          <p:cNvSpPr>
            <a:spLocks noGrp="1"/>
          </p:cNvSpPr>
          <p:nvPr>
            <p:ph type="ftr" sz="quarter" idx="11"/>
          </p:nvPr>
        </p:nvSpPr>
        <p:spPr/>
        <p:txBody>
          <a:bodyPr/>
          <a:lstStyle/>
          <a:p>
            <a:r>
              <a:rPr lang="en-US"/>
              <a:t>Pitch deck title</a:t>
            </a:r>
          </a:p>
        </p:txBody>
      </p:sp>
      <p:sp>
        <p:nvSpPr>
          <p:cNvPr id="5" name="Slide Number Placeholder 4">
            <a:extLst>
              <a:ext uri="{FF2B5EF4-FFF2-40B4-BE49-F238E27FC236}">
                <a16:creationId xmlns:a16="http://schemas.microsoft.com/office/drawing/2014/main" id="{FAAE54D1-EB63-AD95-21CA-682CB1CEF81B}"/>
              </a:ext>
            </a:extLst>
          </p:cNvPr>
          <p:cNvSpPr>
            <a:spLocks noGrp="1"/>
          </p:cNvSpPr>
          <p:nvPr>
            <p:ph type="sldNum" sz="quarter" idx="12"/>
          </p:nvPr>
        </p:nvSpPr>
        <p:spPr/>
        <p:txBody>
          <a:bodyPr/>
          <a:lstStyle/>
          <a:p>
            <a:fld id="{B5CEABB6-07DC-46E8-9B57-56EC44A396E5}" type="slidenum">
              <a:rPr lang="en-US" smtClean="0"/>
              <a:pPr/>
              <a:t>7</a:t>
            </a:fld>
            <a:endParaRPr lang="en-US"/>
          </a:p>
        </p:txBody>
      </p:sp>
      <p:pic>
        <p:nvPicPr>
          <p:cNvPr id="7" name="Picture 6">
            <a:extLst>
              <a:ext uri="{FF2B5EF4-FFF2-40B4-BE49-F238E27FC236}">
                <a16:creationId xmlns:a16="http://schemas.microsoft.com/office/drawing/2014/main" id="{89567529-3839-4FE1-CAA7-16808301DCB8}"/>
              </a:ext>
            </a:extLst>
          </p:cNvPr>
          <p:cNvPicPr>
            <a:picLocks noChangeAspect="1"/>
          </p:cNvPicPr>
          <p:nvPr/>
        </p:nvPicPr>
        <p:blipFill>
          <a:blip r:embed="rId2"/>
          <a:stretch>
            <a:fillRect/>
          </a:stretch>
        </p:blipFill>
        <p:spPr>
          <a:xfrm>
            <a:off x="1074295" y="0"/>
            <a:ext cx="10043409" cy="6858000"/>
          </a:xfrm>
          <a:prstGeom prst="rect">
            <a:avLst/>
          </a:prstGeom>
        </p:spPr>
      </p:pic>
    </p:spTree>
    <p:extLst>
      <p:ext uri="{BB962C8B-B14F-4D97-AF65-F5344CB8AC3E}">
        <p14:creationId xmlns:p14="http://schemas.microsoft.com/office/powerpoint/2010/main" val="2042877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34BC822-5C9A-3C8D-B2FD-0E8543653C58}"/>
              </a:ext>
            </a:extLst>
          </p:cNvPr>
          <p:cNvSpPr>
            <a:spLocks noGrp="1"/>
          </p:cNvSpPr>
          <p:nvPr>
            <p:ph type="dt" sz="half" idx="10"/>
          </p:nvPr>
        </p:nvSpPr>
        <p:spPr/>
        <p:txBody>
          <a:bodyPr/>
          <a:lstStyle/>
          <a:p>
            <a:r>
              <a:rPr lang="en-US"/>
              <a:t>7/14/20XX</a:t>
            </a:r>
          </a:p>
        </p:txBody>
      </p:sp>
      <p:sp>
        <p:nvSpPr>
          <p:cNvPr id="4" name="Footer Placeholder 3">
            <a:extLst>
              <a:ext uri="{FF2B5EF4-FFF2-40B4-BE49-F238E27FC236}">
                <a16:creationId xmlns:a16="http://schemas.microsoft.com/office/drawing/2014/main" id="{61CA2719-CE63-0244-5209-004660522327}"/>
              </a:ext>
            </a:extLst>
          </p:cNvPr>
          <p:cNvSpPr>
            <a:spLocks noGrp="1"/>
          </p:cNvSpPr>
          <p:nvPr>
            <p:ph type="ftr" sz="quarter" idx="11"/>
          </p:nvPr>
        </p:nvSpPr>
        <p:spPr/>
        <p:txBody>
          <a:bodyPr/>
          <a:lstStyle/>
          <a:p>
            <a:r>
              <a:rPr lang="en-US"/>
              <a:t>Pitch deck title</a:t>
            </a:r>
          </a:p>
        </p:txBody>
      </p:sp>
      <p:sp>
        <p:nvSpPr>
          <p:cNvPr id="5" name="Slide Number Placeholder 4">
            <a:extLst>
              <a:ext uri="{FF2B5EF4-FFF2-40B4-BE49-F238E27FC236}">
                <a16:creationId xmlns:a16="http://schemas.microsoft.com/office/drawing/2014/main" id="{C3334C07-8406-D0B2-5123-78B97140E8B6}"/>
              </a:ext>
            </a:extLst>
          </p:cNvPr>
          <p:cNvSpPr>
            <a:spLocks noGrp="1"/>
          </p:cNvSpPr>
          <p:nvPr>
            <p:ph type="sldNum" sz="quarter" idx="12"/>
          </p:nvPr>
        </p:nvSpPr>
        <p:spPr/>
        <p:txBody>
          <a:bodyPr/>
          <a:lstStyle/>
          <a:p>
            <a:fld id="{B5CEABB6-07DC-46E8-9B57-56EC44A396E5}" type="slidenum">
              <a:rPr lang="en-US" smtClean="0"/>
              <a:pPr/>
              <a:t>8</a:t>
            </a:fld>
            <a:endParaRPr lang="en-US"/>
          </a:p>
        </p:txBody>
      </p:sp>
      <p:pic>
        <p:nvPicPr>
          <p:cNvPr id="7" name="Picture 6">
            <a:extLst>
              <a:ext uri="{FF2B5EF4-FFF2-40B4-BE49-F238E27FC236}">
                <a16:creationId xmlns:a16="http://schemas.microsoft.com/office/drawing/2014/main" id="{83AD8CB5-7B3F-3A75-8AEF-945B2A1FB2E7}"/>
              </a:ext>
            </a:extLst>
          </p:cNvPr>
          <p:cNvPicPr>
            <a:picLocks noChangeAspect="1"/>
          </p:cNvPicPr>
          <p:nvPr/>
        </p:nvPicPr>
        <p:blipFill>
          <a:blip r:embed="rId2"/>
          <a:stretch>
            <a:fillRect/>
          </a:stretch>
        </p:blipFill>
        <p:spPr>
          <a:xfrm>
            <a:off x="823104" y="0"/>
            <a:ext cx="10545792" cy="6858000"/>
          </a:xfrm>
          <a:prstGeom prst="rect">
            <a:avLst/>
          </a:prstGeom>
        </p:spPr>
      </p:pic>
    </p:spTree>
    <p:extLst>
      <p:ext uri="{BB962C8B-B14F-4D97-AF65-F5344CB8AC3E}">
        <p14:creationId xmlns:p14="http://schemas.microsoft.com/office/powerpoint/2010/main" val="581065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9FBC7E72-6633-4227-7C65-4653264C66F4}"/>
              </a:ext>
            </a:extLst>
          </p:cNvPr>
          <p:cNvPicPr>
            <a:picLocks noChangeAspect="1"/>
          </p:cNvPicPr>
          <p:nvPr/>
        </p:nvPicPr>
        <p:blipFill>
          <a:blip r:embed="rId3"/>
          <a:stretch>
            <a:fillRect/>
          </a:stretch>
        </p:blipFill>
        <p:spPr>
          <a:xfrm>
            <a:off x="7045874" y="0"/>
            <a:ext cx="5146126" cy="6858000"/>
          </a:xfrm>
          <a:prstGeom prst="rect">
            <a:avLst/>
          </a:prstGeom>
        </p:spPr>
      </p:pic>
      <p:sp>
        <p:nvSpPr>
          <p:cNvPr id="5" name="Slide Number Placeholder 4">
            <a:extLst>
              <a:ext uri="{FF2B5EF4-FFF2-40B4-BE49-F238E27FC236}">
                <a16:creationId xmlns:a16="http://schemas.microsoft.com/office/drawing/2014/main" id="{007B582E-6BE5-00FB-CF74-85982E399C90}"/>
              </a:ext>
            </a:extLst>
          </p:cNvPr>
          <p:cNvSpPr>
            <a:spLocks noGrp="1"/>
          </p:cNvSpPr>
          <p:nvPr>
            <p:ph type="sldNum" sz="quarter" idx="12"/>
          </p:nvPr>
        </p:nvSpPr>
        <p:spPr/>
        <p:txBody>
          <a:bodyPr/>
          <a:lstStyle/>
          <a:p>
            <a:fld id="{B5CEABB6-07DC-46E8-9B57-56EC44A396E5}" type="slidenum">
              <a:rPr lang="en-US" smtClean="0"/>
              <a:pPr/>
              <a:t>9</a:t>
            </a:fld>
            <a:endParaRPr lang="en-US"/>
          </a:p>
        </p:txBody>
      </p:sp>
      <p:sp>
        <p:nvSpPr>
          <p:cNvPr id="6" name="Title 1">
            <a:extLst>
              <a:ext uri="{FF2B5EF4-FFF2-40B4-BE49-F238E27FC236}">
                <a16:creationId xmlns:a16="http://schemas.microsoft.com/office/drawing/2014/main" id="{F390B77E-BE8A-463C-DD77-33E810609A46}"/>
              </a:ext>
            </a:extLst>
          </p:cNvPr>
          <p:cNvSpPr txBox="1">
            <a:spLocks/>
          </p:cNvSpPr>
          <p:nvPr/>
        </p:nvSpPr>
        <p:spPr>
          <a:xfrm>
            <a:off x="286727" y="5984164"/>
            <a:ext cx="4966677" cy="7443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Way of Working</a:t>
            </a:r>
          </a:p>
        </p:txBody>
      </p:sp>
      <p:pic>
        <p:nvPicPr>
          <p:cNvPr id="9" name="Picture 8">
            <a:extLst>
              <a:ext uri="{FF2B5EF4-FFF2-40B4-BE49-F238E27FC236}">
                <a16:creationId xmlns:a16="http://schemas.microsoft.com/office/drawing/2014/main" id="{505D26EA-353E-6C55-DDE5-359A23F6B697}"/>
              </a:ext>
            </a:extLst>
          </p:cNvPr>
          <p:cNvPicPr>
            <a:picLocks noChangeAspect="1"/>
          </p:cNvPicPr>
          <p:nvPr/>
        </p:nvPicPr>
        <p:blipFill>
          <a:blip r:embed="rId4"/>
          <a:srcRect l="16478" r="20745"/>
          <a:stretch>
            <a:fillRect/>
          </a:stretch>
        </p:blipFill>
        <p:spPr>
          <a:xfrm>
            <a:off x="0" y="1"/>
            <a:ext cx="6884377" cy="5965638"/>
          </a:xfrm>
          <a:prstGeom prst="rect">
            <a:avLst/>
          </a:prstGeom>
        </p:spPr>
      </p:pic>
      <p:sp>
        <p:nvSpPr>
          <p:cNvPr id="17" name="TextBox 16">
            <a:extLst>
              <a:ext uri="{FF2B5EF4-FFF2-40B4-BE49-F238E27FC236}">
                <a16:creationId xmlns:a16="http://schemas.microsoft.com/office/drawing/2014/main" id="{D2DE3BF9-F335-4B2F-9BA9-9F268D422182}"/>
              </a:ext>
            </a:extLst>
          </p:cNvPr>
          <p:cNvSpPr txBox="1"/>
          <p:nvPr/>
        </p:nvSpPr>
        <p:spPr>
          <a:xfrm>
            <a:off x="362512" y="4227723"/>
            <a:ext cx="4299296" cy="1692771"/>
          </a:xfrm>
          <a:prstGeom prst="rect">
            <a:avLst/>
          </a:prstGeom>
          <a:noFill/>
        </p:spPr>
        <p:txBody>
          <a:bodyPr wrap="square">
            <a:spAutoFit/>
          </a:bodyPr>
          <a:lstStyle/>
          <a:p>
            <a:r>
              <a:rPr lang="fi-FI" sz="2400" err="1">
                <a:solidFill>
                  <a:srgbClr val="FFC000"/>
                </a:solidFill>
                <a:latin typeface="Selawik" panose="020F0502020204030204" pitchFamily="34" charset="0"/>
              </a:rPr>
              <a:t>Scrum</a:t>
            </a:r>
            <a:endParaRPr lang="fi-FI" sz="2400">
              <a:solidFill>
                <a:srgbClr val="FFC000"/>
              </a:solidFill>
              <a:latin typeface="Selawik" panose="020F0502020204030204" pitchFamily="34" charset="0"/>
            </a:endParaRPr>
          </a:p>
          <a:p>
            <a:pPr marL="285750" indent="-285750">
              <a:buFont typeface="Wingdings" panose="05000000000000000000" pitchFamily="2" charset="2"/>
              <a:buChar char="Ø"/>
            </a:pPr>
            <a:r>
              <a:rPr lang="fi-FI" sz="1600">
                <a:solidFill>
                  <a:srgbClr val="FFC000"/>
                </a:solidFill>
                <a:latin typeface="Selawik" panose="020F0502020204030204" pitchFamily="34" charset="0"/>
              </a:rPr>
              <a:t>Sprint </a:t>
            </a:r>
            <a:r>
              <a:rPr lang="fi-FI" sz="1600" err="1">
                <a:solidFill>
                  <a:srgbClr val="FFC000"/>
                </a:solidFill>
                <a:latin typeface="Selawik" panose="020F0502020204030204" pitchFamily="34" charset="0"/>
              </a:rPr>
              <a:t>planning</a:t>
            </a:r>
            <a:r>
              <a:rPr lang="fi-FI" sz="1600">
                <a:solidFill>
                  <a:srgbClr val="FFC000"/>
                </a:solidFill>
                <a:latin typeface="Selawik" panose="020F0502020204030204" pitchFamily="34" charset="0"/>
              </a:rPr>
              <a:t>: 2 </a:t>
            </a:r>
            <a:r>
              <a:rPr lang="fi-FI" sz="1600" err="1">
                <a:solidFill>
                  <a:srgbClr val="FFC000"/>
                </a:solidFill>
                <a:latin typeface="Selawik" panose="020F0502020204030204" pitchFamily="34" charset="0"/>
              </a:rPr>
              <a:t>sprints</a:t>
            </a:r>
            <a:endParaRPr lang="fi-FI" sz="1600">
              <a:solidFill>
                <a:srgbClr val="FFC000"/>
              </a:solidFill>
              <a:latin typeface="Selawik" panose="020F0502020204030204" pitchFamily="34" charset="0"/>
            </a:endParaRPr>
          </a:p>
          <a:p>
            <a:pPr marL="285750" indent="-285750">
              <a:buFont typeface="Wingdings" panose="05000000000000000000" pitchFamily="2" charset="2"/>
              <a:buChar char="Ø"/>
            </a:pPr>
            <a:r>
              <a:rPr lang="fi-FI" sz="1600" err="1">
                <a:solidFill>
                  <a:srgbClr val="FFC000"/>
                </a:solidFill>
                <a:latin typeface="Selawik" panose="020F0502020204030204" pitchFamily="34" charset="0"/>
              </a:rPr>
              <a:t>Daily</a:t>
            </a:r>
            <a:r>
              <a:rPr lang="fi-FI" sz="1600">
                <a:solidFill>
                  <a:srgbClr val="FFC000"/>
                </a:solidFill>
                <a:latin typeface="Selawik" panose="020F0502020204030204" pitchFamily="34" charset="0"/>
              </a:rPr>
              <a:t> </a:t>
            </a:r>
            <a:r>
              <a:rPr lang="fi-FI" sz="1600" err="1">
                <a:solidFill>
                  <a:srgbClr val="FFC000"/>
                </a:solidFill>
                <a:latin typeface="Selawik" panose="020F0502020204030204" pitchFamily="34" charset="0"/>
              </a:rPr>
              <a:t>Scrum</a:t>
            </a:r>
            <a:r>
              <a:rPr lang="fi-FI" sz="1600">
                <a:solidFill>
                  <a:srgbClr val="FFC000"/>
                </a:solidFill>
                <a:latin typeface="Selawik" panose="020F0502020204030204" pitchFamily="34" charset="0"/>
              </a:rPr>
              <a:t> </a:t>
            </a:r>
            <a:r>
              <a:rPr lang="fi-FI" sz="1600" err="1">
                <a:solidFill>
                  <a:srgbClr val="FFC000"/>
                </a:solidFill>
                <a:latin typeface="Selawik" panose="020F0502020204030204" pitchFamily="34" charset="0"/>
              </a:rPr>
              <a:t>every</a:t>
            </a:r>
            <a:r>
              <a:rPr lang="fi-FI" sz="1600">
                <a:solidFill>
                  <a:srgbClr val="FFC000"/>
                </a:solidFill>
                <a:latin typeface="Selawik" panose="020F0502020204030204" pitchFamily="34" charset="0"/>
              </a:rPr>
              <a:t> </a:t>
            </a:r>
            <a:r>
              <a:rPr lang="fi-FI" sz="1600" err="1">
                <a:solidFill>
                  <a:srgbClr val="FFC000"/>
                </a:solidFill>
                <a:latin typeface="Selawik" panose="020F0502020204030204" pitchFamily="34" charset="0"/>
              </a:rPr>
              <a:t>morning</a:t>
            </a:r>
            <a:endParaRPr lang="fi-FI" sz="1600">
              <a:solidFill>
                <a:srgbClr val="FFC000"/>
              </a:solidFill>
              <a:latin typeface="Selawik" panose="020F0502020204030204" pitchFamily="34" charset="0"/>
            </a:endParaRPr>
          </a:p>
          <a:p>
            <a:pPr marL="285750" indent="-285750">
              <a:buFont typeface="Wingdings" panose="05000000000000000000" pitchFamily="2" charset="2"/>
              <a:buChar char="Ø"/>
            </a:pPr>
            <a:r>
              <a:rPr lang="fi-FI" sz="1600" err="1">
                <a:solidFill>
                  <a:srgbClr val="FFC000"/>
                </a:solidFill>
                <a:latin typeface="Selawik" panose="020F0502020204030204" pitchFamily="34" charset="0"/>
              </a:rPr>
              <a:t>Scrum</a:t>
            </a:r>
            <a:r>
              <a:rPr lang="fi-FI" sz="1600">
                <a:solidFill>
                  <a:srgbClr val="FFC000"/>
                </a:solidFill>
                <a:latin typeface="Selawik" panose="020F0502020204030204" pitchFamily="34" charset="0"/>
              </a:rPr>
              <a:t> </a:t>
            </a:r>
            <a:r>
              <a:rPr lang="fi-FI" sz="1600" err="1">
                <a:solidFill>
                  <a:srgbClr val="FFC000"/>
                </a:solidFill>
                <a:latin typeface="Selawik" panose="020F0502020204030204" pitchFamily="34" charset="0"/>
              </a:rPr>
              <a:t>board</a:t>
            </a:r>
            <a:r>
              <a:rPr lang="fi-FI" sz="1600">
                <a:solidFill>
                  <a:srgbClr val="FFC000"/>
                </a:solidFill>
                <a:latin typeface="Selawik" panose="020F0502020204030204" pitchFamily="34" charset="0"/>
              </a:rPr>
              <a:t> for </a:t>
            </a:r>
            <a:r>
              <a:rPr lang="fi-FI" sz="1600" err="1">
                <a:solidFill>
                  <a:srgbClr val="FFC000"/>
                </a:solidFill>
                <a:latin typeface="Selawik" panose="020F0502020204030204" pitchFamily="34" charset="0"/>
              </a:rPr>
              <a:t>tracking</a:t>
            </a:r>
            <a:endParaRPr lang="fi-FI" sz="1600">
              <a:solidFill>
                <a:srgbClr val="FFC000"/>
              </a:solidFill>
              <a:latin typeface="Selawik" panose="020F0502020204030204" pitchFamily="34" charset="0"/>
            </a:endParaRPr>
          </a:p>
          <a:p>
            <a:pPr marL="742950" lvl="1" indent="-285750">
              <a:buFont typeface="Wingdings" panose="05000000000000000000" pitchFamily="2" charset="2"/>
              <a:buChar char="Ø"/>
            </a:pPr>
            <a:r>
              <a:rPr lang="fi-FI" sz="1600">
                <a:solidFill>
                  <a:srgbClr val="FFC000"/>
                </a:solidFill>
                <a:latin typeface="Selawik" panose="020F0502020204030204" pitchFamily="34" charset="0"/>
              </a:rPr>
              <a:t>Product </a:t>
            </a:r>
            <a:r>
              <a:rPr lang="fi-FI" sz="1600" err="1">
                <a:solidFill>
                  <a:srgbClr val="FFC000"/>
                </a:solidFill>
                <a:latin typeface="Selawik" panose="020F0502020204030204" pitchFamily="34" charset="0"/>
              </a:rPr>
              <a:t>backlog</a:t>
            </a:r>
            <a:endParaRPr lang="fi-FI" sz="1600">
              <a:solidFill>
                <a:srgbClr val="FFC000"/>
              </a:solidFill>
              <a:latin typeface="Selawik" panose="020F0502020204030204" pitchFamily="34" charset="0"/>
            </a:endParaRPr>
          </a:p>
          <a:p>
            <a:pPr marL="742950" lvl="1" indent="-285750">
              <a:buFont typeface="Wingdings" panose="05000000000000000000" pitchFamily="2" charset="2"/>
              <a:buChar char="Ø"/>
            </a:pPr>
            <a:r>
              <a:rPr lang="fi-FI" sz="1600">
                <a:solidFill>
                  <a:srgbClr val="FFC000"/>
                </a:solidFill>
                <a:latin typeface="Selawik" panose="020F0502020204030204" pitchFamily="34" charset="0"/>
              </a:rPr>
              <a:t>Sprint </a:t>
            </a:r>
            <a:r>
              <a:rPr lang="fi-FI" sz="1600" err="1">
                <a:solidFill>
                  <a:srgbClr val="FFC000"/>
                </a:solidFill>
                <a:latin typeface="Selawik" panose="020F0502020204030204" pitchFamily="34" charset="0"/>
              </a:rPr>
              <a:t>backlog</a:t>
            </a:r>
            <a:endParaRPr lang="fi-FI" sz="1600">
              <a:solidFill>
                <a:srgbClr val="FFC000"/>
              </a:solidFill>
              <a:latin typeface="Selawik" panose="020F0502020204030204" pitchFamily="34" charset="0"/>
            </a:endParaRPr>
          </a:p>
        </p:txBody>
      </p:sp>
      <p:sp>
        <p:nvSpPr>
          <p:cNvPr id="19" name="TextBox 18">
            <a:extLst>
              <a:ext uri="{FF2B5EF4-FFF2-40B4-BE49-F238E27FC236}">
                <a16:creationId xmlns:a16="http://schemas.microsoft.com/office/drawing/2014/main" id="{F78D7A29-4D1D-431B-C939-7084E210EBCF}"/>
              </a:ext>
            </a:extLst>
          </p:cNvPr>
          <p:cNvSpPr txBox="1"/>
          <p:nvPr/>
        </p:nvSpPr>
        <p:spPr>
          <a:xfrm>
            <a:off x="9389807" y="4597817"/>
            <a:ext cx="2743201" cy="2123658"/>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fi-FI" sz="2400">
                <a:solidFill>
                  <a:srgbClr val="FFC000"/>
                </a:solidFill>
                <a:latin typeface="Selawik" panose="020F0502020204030204" pitchFamily="34" charset="0"/>
              </a:rPr>
              <a:t>GitHub</a:t>
            </a:r>
          </a:p>
          <a:p>
            <a:pPr marL="285750" indent="-285750">
              <a:buFont typeface="Wingdings" panose="05000000000000000000" pitchFamily="2" charset="2"/>
              <a:buChar char="Ø"/>
            </a:pPr>
            <a:r>
              <a:rPr lang="fi-FI" err="1">
                <a:solidFill>
                  <a:srgbClr val="FFC000"/>
                </a:solidFill>
                <a:latin typeface="Selawik" panose="020F0502020204030204" pitchFamily="34" charset="0"/>
              </a:rPr>
              <a:t>All</a:t>
            </a:r>
            <a:r>
              <a:rPr lang="fi-FI">
                <a:solidFill>
                  <a:srgbClr val="FFC000"/>
                </a:solidFill>
                <a:latin typeface="Selawik" panose="020F0502020204030204" pitchFamily="34" charset="0"/>
              </a:rPr>
              <a:t> </a:t>
            </a:r>
            <a:r>
              <a:rPr lang="fi-FI" err="1">
                <a:solidFill>
                  <a:srgbClr val="FFC000"/>
                </a:solidFill>
                <a:latin typeface="Selawik" panose="020F0502020204030204" pitchFamily="34" charset="0"/>
              </a:rPr>
              <a:t>scripts</a:t>
            </a:r>
            <a:r>
              <a:rPr lang="fi-FI">
                <a:solidFill>
                  <a:srgbClr val="FFC000"/>
                </a:solidFill>
                <a:latin typeface="Selawik" panose="020F0502020204030204" pitchFamily="34" charset="0"/>
              </a:rPr>
              <a:t>, </a:t>
            </a:r>
            <a:r>
              <a:rPr lang="fi-FI" err="1">
                <a:solidFill>
                  <a:srgbClr val="FFC000"/>
                </a:solidFill>
                <a:latin typeface="Selawik" panose="020F0502020204030204" pitchFamily="34" charset="0"/>
              </a:rPr>
              <a:t>diagrams</a:t>
            </a:r>
            <a:r>
              <a:rPr lang="fi-FI">
                <a:solidFill>
                  <a:srgbClr val="FFC000"/>
                </a:solidFill>
                <a:latin typeface="Selawik" panose="020F0502020204030204" pitchFamily="34" charset="0"/>
              </a:rPr>
              <a:t>, </a:t>
            </a:r>
            <a:r>
              <a:rPr lang="fi-FI" err="1">
                <a:solidFill>
                  <a:srgbClr val="FFC000"/>
                </a:solidFill>
                <a:latin typeface="Selawik" panose="020F0502020204030204" pitchFamily="34" charset="0"/>
              </a:rPr>
              <a:t>test</a:t>
            </a:r>
            <a:r>
              <a:rPr lang="fi-FI">
                <a:solidFill>
                  <a:srgbClr val="FFC000"/>
                </a:solidFill>
                <a:latin typeface="Selawik" panose="020F0502020204030204" pitchFamily="34" charset="0"/>
              </a:rPr>
              <a:t> data and </a:t>
            </a:r>
            <a:r>
              <a:rPr lang="fi-FI" err="1">
                <a:solidFill>
                  <a:srgbClr val="FFC000"/>
                </a:solidFill>
                <a:latin typeface="Selawik" panose="020F0502020204030204" pitchFamily="34" charset="0"/>
              </a:rPr>
              <a:t>documentation</a:t>
            </a:r>
            <a:endParaRPr lang="fi-FI">
              <a:solidFill>
                <a:srgbClr val="FFC000"/>
              </a:solidFill>
              <a:latin typeface="Selawik" panose="020F0502020204030204" pitchFamily="34" charset="0"/>
            </a:endParaRPr>
          </a:p>
          <a:p>
            <a:pPr marL="285750" indent="-285750">
              <a:buFont typeface="Wingdings" panose="05000000000000000000" pitchFamily="2" charset="2"/>
              <a:buChar char="Ø"/>
            </a:pPr>
            <a:r>
              <a:rPr lang="fi-FI" err="1">
                <a:solidFill>
                  <a:srgbClr val="FFC000"/>
                </a:solidFill>
                <a:latin typeface="Selawik" panose="020F0502020204030204" pitchFamily="34" charset="0"/>
              </a:rPr>
              <a:t>Branches</a:t>
            </a:r>
            <a:r>
              <a:rPr lang="fi-FI">
                <a:solidFill>
                  <a:srgbClr val="FFC000"/>
                </a:solidFill>
                <a:latin typeface="Selawik" panose="020F0502020204030204" pitchFamily="34" charset="0"/>
              </a:rPr>
              <a:t> </a:t>
            </a:r>
            <a:r>
              <a:rPr lang="fi-FI" err="1">
                <a:solidFill>
                  <a:srgbClr val="FFC000"/>
                </a:solidFill>
                <a:latin typeface="Selawik" panose="020F0502020204030204" pitchFamily="34" charset="0"/>
              </a:rPr>
              <a:t>created</a:t>
            </a:r>
            <a:r>
              <a:rPr lang="fi-FI">
                <a:solidFill>
                  <a:srgbClr val="FFC000"/>
                </a:solidFill>
                <a:latin typeface="Selawik" panose="020F0502020204030204" pitchFamily="34" charset="0"/>
              </a:rPr>
              <a:t> </a:t>
            </a:r>
            <a:r>
              <a:rPr lang="fi-FI" err="1">
                <a:solidFill>
                  <a:srgbClr val="FFC000"/>
                </a:solidFill>
                <a:latin typeface="Selawik" panose="020F0502020204030204" pitchFamily="34" charset="0"/>
              </a:rPr>
              <a:t>from</a:t>
            </a:r>
            <a:r>
              <a:rPr lang="fi-FI">
                <a:solidFill>
                  <a:srgbClr val="FFC000"/>
                </a:solidFill>
                <a:latin typeface="Selawik" panose="020F0502020204030204" pitchFamily="34" charset="0"/>
              </a:rPr>
              <a:t> main, </a:t>
            </a:r>
            <a:r>
              <a:rPr lang="fi-FI" err="1">
                <a:solidFill>
                  <a:srgbClr val="FFC000"/>
                </a:solidFill>
                <a:latin typeface="Selawik" panose="020F0502020204030204" pitchFamily="34" charset="0"/>
              </a:rPr>
              <a:t>merged</a:t>
            </a:r>
            <a:r>
              <a:rPr lang="fi-FI">
                <a:solidFill>
                  <a:srgbClr val="FFC000"/>
                </a:solidFill>
                <a:latin typeface="Selawik" panose="020F0502020204030204" pitchFamily="34" charset="0"/>
              </a:rPr>
              <a:t> </a:t>
            </a:r>
            <a:r>
              <a:rPr lang="fi-FI" err="1">
                <a:solidFill>
                  <a:srgbClr val="FFC000"/>
                </a:solidFill>
                <a:latin typeface="Selawik" panose="020F0502020204030204" pitchFamily="34" charset="0"/>
              </a:rPr>
              <a:t>back</a:t>
            </a:r>
            <a:r>
              <a:rPr lang="fi-FI">
                <a:solidFill>
                  <a:srgbClr val="FFC000"/>
                </a:solidFill>
                <a:latin typeface="Selawik" panose="020F0502020204030204" pitchFamily="34" charset="0"/>
              </a:rPr>
              <a:t> via </a:t>
            </a:r>
            <a:r>
              <a:rPr lang="fi-FI" err="1">
                <a:solidFill>
                  <a:srgbClr val="FFC000"/>
                </a:solidFill>
                <a:latin typeface="Selawik" panose="020F0502020204030204" pitchFamily="34" charset="0"/>
              </a:rPr>
              <a:t>pull</a:t>
            </a:r>
            <a:r>
              <a:rPr lang="fi-FI">
                <a:solidFill>
                  <a:srgbClr val="FFC000"/>
                </a:solidFill>
                <a:latin typeface="Selawik" panose="020F0502020204030204" pitchFamily="34" charset="0"/>
              </a:rPr>
              <a:t> </a:t>
            </a:r>
            <a:r>
              <a:rPr lang="fi-FI" err="1">
                <a:solidFill>
                  <a:srgbClr val="FFC000"/>
                </a:solidFill>
                <a:latin typeface="Selawik" panose="020F0502020204030204" pitchFamily="34" charset="0"/>
              </a:rPr>
              <a:t>requests</a:t>
            </a:r>
            <a:endParaRPr lang="en-FI"/>
          </a:p>
        </p:txBody>
      </p:sp>
      <p:sp>
        <p:nvSpPr>
          <p:cNvPr id="3" name="TextBox 2">
            <a:extLst>
              <a:ext uri="{FF2B5EF4-FFF2-40B4-BE49-F238E27FC236}">
                <a16:creationId xmlns:a16="http://schemas.microsoft.com/office/drawing/2014/main" id="{4654C426-C041-DFA6-D55A-320E0B37EDC5}"/>
              </a:ext>
            </a:extLst>
          </p:cNvPr>
          <p:cNvSpPr txBox="1"/>
          <p:nvPr/>
        </p:nvSpPr>
        <p:spPr>
          <a:xfrm>
            <a:off x="5665651" y="6249504"/>
            <a:ext cx="1272948" cy="369332"/>
          </a:xfrm>
          <a:prstGeom prst="rect">
            <a:avLst/>
          </a:prstGeom>
          <a:noFill/>
        </p:spPr>
        <p:txBody>
          <a:bodyPr wrap="square">
            <a:spAutoFit/>
          </a:bodyPr>
          <a:lstStyle/>
          <a:p>
            <a:r>
              <a:rPr lang="fi-FI">
                <a:solidFill>
                  <a:srgbClr val="FFC000"/>
                </a:solidFill>
                <a:hlinkClick r:id="rId5"/>
              </a:rPr>
              <a:t>GitHub </a:t>
            </a:r>
            <a:r>
              <a:rPr lang="fi-FI" err="1">
                <a:solidFill>
                  <a:srgbClr val="FFC000"/>
                </a:solidFill>
                <a:hlinkClick r:id="rId5"/>
              </a:rPr>
              <a:t>link</a:t>
            </a:r>
            <a:endParaRPr lang="en-FI">
              <a:solidFill>
                <a:srgbClr val="FFC000"/>
              </a:solidFill>
            </a:endParaRPr>
          </a:p>
        </p:txBody>
      </p:sp>
    </p:spTree>
    <p:extLst>
      <p:ext uri="{BB962C8B-B14F-4D97-AF65-F5344CB8AC3E}">
        <p14:creationId xmlns:p14="http://schemas.microsoft.com/office/powerpoint/2010/main" val="494366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17B7CBFC-65A2-4AB4-BE48-C580D13CAE3B}"/>
              </a:ext>
            </a:extLst>
          </p:cNvPr>
          <p:cNvSpPr>
            <a:spLocks noGrp="1"/>
          </p:cNvSpPr>
          <p:nvPr>
            <p:ph type="title"/>
          </p:nvPr>
        </p:nvSpPr>
        <p:spPr>
          <a:xfrm>
            <a:off x="7228796" y="596175"/>
            <a:ext cx="4572000" cy="1325563"/>
          </a:xfrm>
        </p:spPr>
        <p:txBody>
          <a:bodyPr/>
          <a:lstStyle/>
          <a:p>
            <a:r>
              <a:rPr lang="en-US"/>
              <a:t>Future Improvements</a:t>
            </a:r>
          </a:p>
        </p:txBody>
      </p:sp>
      <p:sp>
        <p:nvSpPr>
          <p:cNvPr id="36" name="Text Placeholder 35">
            <a:extLst>
              <a:ext uri="{FF2B5EF4-FFF2-40B4-BE49-F238E27FC236}">
                <a16:creationId xmlns:a16="http://schemas.microsoft.com/office/drawing/2014/main" id="{D2B40CBE-DEC8-4A9F-AF68-3DABE42C7EE3}"/>
              </a:ext>
            </a:extLst>
          </p:cNvPr>
          <p:cNvSpPr>
            <a:spLocks noGrp="1"/>
          </p:cNvSpPr>
          <p:nvPr>
            <p:ph type="body" sz="quarter" idx="17"/>
          </p:nvPr>
        </p:nvSpPr>
        <p:spPr>
          <a:xfrm>
            <a:off x="576471" y="2113722"/>
            <a:ext cx="4479234" cy="4320207"/>
          </a:xfrm>
        </p:spPr>
        <p:txBody>
          <a:bodyPr/>
          <a:lstStyle/>
          <a:p>
            <a:pPr marL="285750" lvl="0" indent="-285750">
              <a:buFont typeface="Arial" panose="020B0604020202020204" pitchFamily="34" charset="0"/>
              <a:buChar char="•"/>
            </a:pPr>
            <a:r>
              <a:rPr lang="en-US"/>
              <a:t>Building the ETL process to move data from the source database to the data warehouse. </a:t>
            </a:r>
          </a:p>
          <a:p>
            <a:pPr marL="285750" lvl="0" indent="-285750">
              <a:buFont typeface="Arial" panose="020B0604020202020204" pitchFamily="34" charset="0"/>
              <a:buChar char="•"/>
            </a:pPr>
            <a:r>
              <a:rPr lang="en-US"/>
              <a:t>Converting normalized source data into a dimensional model. </a:t>
            </a:r>
          </a:p>
          <a:p>
            <a:pPr marL="285750" lvl="0" indent="-285750">
              <a:buFont typeface="Arial" panose="020B0604020202020204" pitchFamily="34" charset="0"/>
              <a:buChar char="•"/>
            </a:pPr>
            <a:r>
              <a:rPr lang="en-US"/>
              <a:t>Combining data from multiple source tables. </a:t>
            </a:r>
          </a:p>
          <a:p>
            <a:pPr marL="285750" lvl="0" indent="-285750">
              <a:buFont typeface="Arial" panose="020B0604020202020204" pitchFamily="34" charset="0"/>
              <a:buChar char="•"/>
            </a:pPr>
            <a:r>
              <a:rPr lang="en-US"/>
              <a:t>Handling date and time transformations. </a:t>
            </a:r>
          </a:p>
          <a:p>
            <a:pPr marL="285750" lvl="0" indent="-285750">
              <a:buFont typeface="Arial" panose="020B0604020202020204" pitchFamily="34" charset="0"/>
              <a:buChar char="•"/>
            </a:pPr>
            <a:r>
              <a:rPr lang="en-US"/>
              <a:t>Loading dimension and fact tables correctly. </a:t>
            </a:r>
          </a:p>
          <a:p>
            <a:pPr marL="285750" lvl="0" indent="-285750">
              <a:buFont typeface="Arial" panose="020B0604020202020204" pitchFamily="34" charset="0"/>
              <a:buChar char="•"/>
            </a:pPr>
            <a:r>
              <a:rPr lang="en-US"/>
              <a:t>Validating data and checking for errors. </a:t>
            </a:r>
          </a:p>
          <a:p>
            <a:pPr marL="285750" lvl="0" indent="-285750">
              <a:buFont typeface="Arial" panose="020B0604020202020204" pitchFamily="34" charset="0"/>
              <a:buChar char="•"/>
            </a:pPr>
            <a:r>
              <a:rPr lang="en-US"/>
              <a:t>Comparing source data with warehouse data to ensure accuracy. </a:t>
            </a:r>
          </a:p>
          <a:p>
            <a:pPr marL="285750" lvl="0" indent="-285750">
              <a:buFont typeface="Arial" panose="020B0604020202020204" pitchFamily="34" charset="0"/>
              <a:buChar char="•"/>
            </a:pPr>
            <a:r>
              <a:rPr lang="en-US"/>
              <a:t>Planning for future incremental data loads. </a:t>
            </a:r>
          </a:p>
          <a:p>
            <a:pPr marL="285750" lvl="0" indent="-285750">
              <a:buFont typeface="Arial" panose="020B0604020202020204" pitchFamily="34" charset="0"/>
              <a:buChar char="•"/>
            </a:pPr>
            <a:r>
              <a:rPr lang="en-US"/>
              <a:t>Learning the importance of data quality and consistency.</a:t>
            </a:r>
          </a:p>
        </p:txBody>
      </p:sp>
      <p:sp>
        <p:nvSpPr>
          <p:cNvPr id="2" name="TextBox 1">
            <a:extLst>
              <a:ext uri="{FF2B5EF4-FFF2-40B4-BE49-F238E27FC236}">
                <a16:creationId xmlns:a16="http://schemas.microsoft.com/office/drawing/2014/main" id="{F53178A4-688A-D719-4DAB-059A89B68AB4}"/>
              </a:ext>
            </a:extLst>
          </p:cNvPr>
          <p:cNvSpPr txBox="1"/>
          <p:nvPr/>
        </p:nvSpPr>
        <p:spPr>
          <a:xfrm>
            <a:off x="6937247" y="2369361"/>
            <a:ext cx="4572001" cy="2462213"/>
          </a:xfrm>
          <a:prstGeom prst="rect">
            <a:avLst/>
          </a:prstGeom>
          <a:noFill/>
        </p:spPr>
        <p:txBody>
          <a:bodyPr wrap="square" rtlCol="0">
            <a:spAutoFit/>
          </a:bodyPr>
          <a:lstStyle/>
          <a:p>
            <a:r>
              <a:rPr lang="en-US" sz="1400">
                <a:latin typeface="Selawik" panose="020B0502040204020203" pitchFamily="34" charset="0"/>
              </a:rPr>
              <a:t>In the future, the data warehouse could be expanded by adding a separate maintenance dimension table. This would provide more depth for maintenance analysis and allow the company to track historical changes using Type 2 SCD logic. For example, changes in maintenance type, maintenance cost, item condition, or usability status could be preserved over time instead of overwritten. This would improve long-term analysis of equipment reliability, maintenance trends, and asset lifecycle performance.</a:t>
            </a:r>
          </a:p>
          <a:p>
            <a:endParaRPr lang="en-US" sz="1400">
              <a:latin typeface="Selawik" panose="020B0502040204020203" pitchFamily="34" charset="0"/>
            </a:endParaRPr>
          </a:p>
        </p:txBody>
      </p:sp>
      <p:sp>
        <p:nvSpPr>
          <p:cNvPr id="7" name="Title 33">
            <a:extLst>
              <a:ext uri="{FF2B5EF4-FFF2-40B4-BE49-F238E27FC236}">
                <a16:creationId xmlns:a16="http://schemas.microsoft.com/office/drawing/2014/main" id="{B59E3E41-2C2C-689E-1D4F-81CCAEB470D5}"/>
              </a:ext>
            </a:extLst>
          </p:cNvPr>
          <p:cNvSpPr txBox="1">
            <a:spLocks/>
          </p:cNvSpPr>
          <p:nvPr/>
        </p:nvSpPr>
        <p:spPr>
          <a:xfrm>
            <a:off x="576470" y="785714"/>
            <a:ext cx="4572000" cy="946484"/>
          </a:xfrm>
          <a:prstGeom prst="rect">
            <a:avLst/>
          </a:prstGeom>
        </p:spPr>
        <p:txBody>
          <a:bodyPr vert="horz" lIns="91440" tIns="45720" rIns="91440" bIns="45720" rtlCol="0" anchor="t" anchorCtr="0">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Main Challenges During the Project</a:t>
            </a:r>
            <a:endParaRPr lang="en-US"/>
          </a:p>
          <a:p>
            <a:endParaRPr lang="en-US"/>
          </a:p>
        </p:txBody>
      </p:sp>
    </p:spTree>
    <p:extLst>
      <p:ext uri="{BB962C8B-B14F-4D97-AF65-F5344CB8AC3E}">
        <p14:creationId xmlns:p14="http://schemas.microsoft.com/office/powerpoint/2010/main" val="1839708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photo of Wall street sign&#10;">
            <a:extLst>
              <a:ext uri="{FF2B5EF4-FFF2-40B4-BE49-F238E27FC236}">
                <a16:creationId xmlns:a16="http://schemas.microsoft.com/office/drawing/2014/main" id="{7EA54CDC-A10B-4928-83AD-8A873A126AFE}"/>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1524" y="0"/>
            <a:ext cx="12188952" cy="6858000"/>
          </a:xfrm>
        </p:spPr>
      </p:pic>
      <p:sp>
        <p:nvSpPr>
          <p:cNvPr id="28" name="Title 27">
            <a:extLst>
              <a:ext uri="{FF2B5EF4-FFF2-40B4-BE49-F238E27FC236}">
                <a16:creationId xmlns:a16="http://schemas.microsoft.com/office/drawing/2014/main" id="{0648DE95-334E-46CE-B3A6-AEEB61BA16E7}"/>
              </a:ext>
            </a:extLst>
          </p:cNvPr>
          <p:cNvSpPr>
            <a:spLocks noGrp="1"/>
          </p:cNvSpPr>
          <p:nvPr>
            <p:ph type="title"/>
          </p:nvPr>
        </p:nvSpPr>
        <p:spPr/>
        <p:txBody>
          <a:bodyPr>
            <a:normAutofit fontScale="90000"/>
          </a:bodyPr>
          <a:lstStyle/>
          <a:p>
            <a:r>
              <a:rPr lang="en-US"/>
              <a:t>Live demo</a:t>
            </a:r>
          </a:p>
        </p:txBody>
      </p:sp>
      <p:sp>
        <p:nvSpPr>
          <p:cNvPr id="23" name="Content Placeholder 22">
            <a:extLst>
              <a:ext uri="{FF2B5EF4-FFF2-40B4-BE49-F238E27FC236}">
                <a16:creationId xmlns:a16="http://schemas.microsoft.com/office/drawing/2014/main" id="{80E486CF-8877-4DB4-98D3-2CD9F1CB339E}"/>
              </a:ext>
            </a:extLst>
          </p:cNvPr>
          <p:cNvSpPr>
            <a:spLocks noGrp="1"/>
          </p:cNvSpPr>
          <p:nvPr>
            <p:ph idx="14"/>
          </p:nvPr>
        </p:nvSpPr>
        <p:spPr>
          <a:xfrm>
            <a:off x="7467603" y="4681728"/>
            <a:ext cx="3838731" cy="1645920"/>
          </a:xfrm>
        </p:spPr>
        <p:txBody>
          <a:bodyPr>
            <a:normAutofit/>
          </a:bodyPr>
          <a:lstStyle/>
          <a:p>
            <a:r>
              <a:rPr lang="en-US"/>
              <a:t>Team 4</a:t>
            </a:r>
          </a:p>
        </p:txBody>
      </p:sp>
      <p:sp>
        <p:nvSpPr>
          <p:cNvPr id="52" name="Slide Number Placeholder 51">
            <a:extLst>
              <a:ext uri="{FF2B5EF4-FFF2-40B4-BE49-F238E27FC236}">
                <a16:creationId xmlns:a16="http://schemas.microsoft.com/office/drawing/2014/main" id="{FFBA0FCD-5060-4B39-B311-BE2FE37C81E1}"/>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11</a:t>
            </a:fld>
            <a:endParaRPr lang="en-US"/>
          </a:p>
        </p:txBody>
      </p:sp>
    </p:spTree>
    <p:extLst>
      <p:ext uri="{BB962C8B-B14F-4D97-AF65-F5344CB8AC3E}">
        <p14:creationId xmlns:p14="http://schemas.microsoft.com/office/powerpoint/2010/main" val="2756819046"/>
      </p:ext>
    </p:extLst>
  </p:cSld>
  <p:clrMapOvr>
    <a:masterClrMapping/>
  </p:clrMapOvr>
</p:sld>
</file>

<file path=ppt/theme/theme1.xml><?xml version="1.0" encoding="utf-8"?>
<a:theme xmlns:a="http://schemas.openxmlformats.org/drawingml/2006/main" name="Office Theme">
  <a:themeElements>
    <a:clrScheme name="Custom 83">
      <a:dk1>
        <a:sysClr val="windowText" lastClr="000000"/>
      </a:dk1>
      <a:lt1>
        <a:sysClr val="window" lastClr="FFFFFF"/>
      </a:lt1>
      <a:dk2>
        <a:srgbClr val="44546A"/>
      </a:dk2>
      <a:lt2>
        <a:srgbClr val="E7E6E6"/>
      </a:lt2>
      <a:accent1>
        <a:srgbClr val="024873"/>
      </a:accent1>
      <a:accent2>
        <a:srgbClr val="03658C"/>
      </a:accent2>
      <a:accent3>
        <a:srgbClr val="0388A6"/>
      </a:accent3>
      <a:accent4>
        <a:srgbClr val="04ADBF"/>
      </a:accent4>
      <a:accent5>
        <a:srgbClr val="5B9BD5"/>
      </a:accent5>
      <a:accent6>
        <a:srgbClr val="04D9D9"/>
      </a:accent6>
      <a:hlink>
        <a:srgbClr val="0563C1"/>
      </a:hlink>
      <a:folHlink>
        <a:srgbClr val="954F72"/>
      </a:folHlink>
    </a:clrScheme>
    <a:fontScheme name="Custom 118">
      <a:majorFont>
        <a:latin typeface="Selawik Semibold"/>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 pitch deck_Win32_JB_v2.potx" id="{20737546-06B0-4BD7-AC56-F403EF86C0E3}" vid="{1EA85B44-1A53-4BBB-B1B2-A9A21AB62EE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BAD7039-4680-4956-9542-B83D9E6314E4}">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84AF623-4A95-4652-AF18-74D461A9667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FC5A798-286F-493A-A004-3C6C2A6B8B95}">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{3F6EBD5D-BB56-4BA0-B274-0239A1661489}TF76bfe6bd-a272-44a9-ad3e-da6a599998506a279e03_win32-cff128656382</Template>
  <Application>Microsoft Office PowerPoint</Application>
  <PresentationFormat>Widescreen</PresentationFormat>
  <Slides>11</Slides>
  <Notes>5</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Week 4 Mini-Project</vt:lpstr>
      <vt:lpstr>E-Rental Business Case</vt:lpstr>
      <vt:lpstr>Operational Database Model</vt:lpstr>
      <vt:lpstr>Data Warehouse Model</vt:lpstr>
      <vt:lpstr>ETL Process Overview</vt:lpstr>
      <vt:lpstr>Validations</vt:lpstr>
      <vt:lpstr>PowerPoint Presentation</vt:lpstr>
      <vt:lpstr>PowerPoint Presentation</vt:lpstr>
      <vt:lpstr>PowerPoint Presentation</vt:lpstr>
      <vt:lpstr>Future Improvements</vt:lpstr>
      <vt:lpstr>Live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4 Mini-Project</dc:title>
  <dc:creator>Markus Jakonen</dc:creator>
  <cp:revision>1</cp:revision>
  <dcterms:created xsi:type="dcterms:W3CDTF">2026-06-03T09:10:40Z</dcterms:created>
  <dcterms:modified xsi:type="dcterms:W3CDTF">2026-06-03T13:59:18Z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